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50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heme" Target="theme/theme1.xml"/><Relationship Id="rId52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48F469-7BF6-F60D-3EFF-ADFE01F209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C38277C-8059-25A3-3100-903531295C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B7FE0A8-FF35-583E-CA2C-F075A8495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96289-3571-45FA-9455-B5CF85E0E21A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BF93C2A-99E8-1D4A-15E0-013986FF5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3C66420-AA3B-4665-D615-1A8AC81C2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8117E-07F6-4124-8AC9-D2DC3F0E98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41400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4A9F7F-5127-1069-D282-AAE747BB8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139F420-CF85-10F7-563D-30881A25F7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048EDE3-9EFF-69A9-EA14-40A72263D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96289-3571-45FA-9455-B5CF85E0E21A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A262D00-B994-C5DA-F532-CE1FCDCE5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5C1B2E8-A238-8718-4626-A39F6ABB6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8117E-07F6-4124-8AC9-D2DC3F0E98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0434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0F4873-E20E-EE52-3C3E-8C3078311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AFB557D-6847-C55B-2EE6-FE7764DD4F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6B4A153-2FDD-6361-7FF6-ADE47878A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96289-3571-45FA-9455-B5CF85E0E21A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C07D5E4-E8B0-631C-B2D9-002CE5F07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66DFAED-665A-A910-F9D9-639689859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8117E-07F6-4124-8AC9-D2DC3F0E98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8295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92F266-816D-4126-465B-E72570496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09582B1-ECF7-9410-9E90-8CA1038A6C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1CAF45C-083E-E198-2A4C-B9654B93C5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06EF1A5-9B08-BD97-B40D-B7112BB8A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96289-3571-45FA-9455-B5CF85E0E21A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01FF0EE-859C-424F-CB81-14F36BD3E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827656D-00A7-18AB-22C3-B18BCA6A5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8117E-07F6-4124-8AC9-D2DC3F0E98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42883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8B94F4-4E79-511B-F183-AF9F4FEF9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8FF3233-502E-42DC-9847-F490EB76C4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112DE84-3F8B-FE3E-36A0-0070FEBFF4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C67AD8A-DC13-EB83-6F86-9AC6537351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5080035-466E-9636-1E9B-73F95D0A1F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054B9E0-BD07-9C63-7F03-E728CA91A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96289-3571-45FA-9455-B5CF85E0E21A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5E868D9-537C-3D99-1684-831A16305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E4E28F7-2EE4-6E37-71B6-F89DFBF2D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8117E-07F6-4124-8AC9-D2DC3F0E98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464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E27FC1-EE69-82FD-0E4E-D586BEDEA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AB5AE20-6172-87B8-DA07-675A21497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96289-3571-45FA-9455-B5CF85E0E21A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C105C94-DA8A-0F1A-6E3A-1479E3E3C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03E2E34-FD32-BDBC-056C-E9BD08FC7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8117E-07F6-4124-8AC9-D2DC3F0E98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6725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4614CA2-9F01-A9D4-F5AB-EBBC8D5C7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96289-3571-45FA-9455-B5CF85E0E21A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0016F1F-C89F-CD9E-10B6-10CB13035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D64488D-22CE-6002-8272-BC4D4F958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8117E-07F6-4124-8AC9-D2DC3F0E98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59972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3267E6-B201-0C40-5F14-4F3893BA3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D50DAAA-0C86-A4B9-5E4F-A08BDB7C80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2EC01E1-9C4C-ADD2-A259-322300152C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6AAFAC6-A212-0462-E462-E3B13CFDF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96289-3571-45FA-9455-B5CF85E0E21A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7DC8E35-C698-8FF4-587D-4472E1805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78BBEEA-AE8A-266D-1C94-82318458A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8117E-07F6-4124-8AC9-D2DC3F0E98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1278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9E565A-3B4D-9D07-F716-2E9EABEED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096D97C-F854-84E3-262B-F1EA70EF63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F48005C-9A1D-0C59-2D6B-4ECB35DC31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4D7408B-D0A1-B02C-447A-D9283945B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96289-3571-45FA-9455-B5CF85E0E21A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0EDD6E3-5353-1627-5CD1-87159206E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839A9FB-47BB-1B4E-4F5A-88C128EEE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8117E-07F6-4124-8AC9-D2DC3F0E98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48522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E31B96-9854-12C0-28E3-9ECB1C0D6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E5A5EE9-17BE-8ECF-20DC-1E395B5878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08CA5B-A7F9-CB97-A95C-610E549EE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96289-3571-45FA-9455-B5CF85E0E21A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F0F95D-5292-A364-314E-2CD14425B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6A6244E-B899-5F32-1B41-2B596D8F7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8117E-07F6-4124-8AC9-D2DC3F0E98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5300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52A4D9E-9D1A-8EA9-B7D3-61B6D5C069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0015020-1DF9-294B-2870-AF093A4B47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77ADC8-B2B5-6807-11EC-F4F7FB6D6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96289-3571-45FA-9455-B5CF85E0E21A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16EACB-AA68-C3AD-731F-586ADE33A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80B1DE-11ED-8C5B-D18B-289637F4D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8117E-07F6-4124-8AC9-D2DC3F0E98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124165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BA3ECA7-20DD-DF6C-DF88-28610BAEE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CF45BDE-1F79-94A9-E7C2-E00DD32867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8C08E5-28AF-E47C-9FF4-BDC606DCBA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896289-3571-45FA-9455-B5CF85E0E21A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C858D6-A4F7-0E32-2623-AD4B286C7F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B615386-D1DC-BDED-74C1-B7D9D80EA4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58117E-07F6-4124-8AC9-D2DC3F0E98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1978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lin ang="8100000" scaled="1"/>
          <a:gsLst>
            <a:gs pos="0">
              <a:srgbClr val="1A237E"/>
            </a:gs>
            <a:gs pos="50000">
              <a:srgbClr val="283593"/>
            </a:gs>
            <a:gs pos="100000">
              <a:srgbClr val="3949AB"/>
            </a:gs>
          </a:gsLst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4E121799-CBAD-8AF7-A302-AB9902180A49}"/>
              </a:ext>
            </a:extLst>
          </p:cNvPr>
          <p:cNvSpPr/>
          <p:nvPr/>
        </p:nvSpPr>
        <p:spPr>
          <a:xfrm>
            <a:off x="1270000" y="889000"/>
            <a:ext cx="1524000" cy="1524000"/>
          </a:xfrm>
          <a:prstGeom prst="ellipse">
            <a:avLst/>
          </a:prstGeom>
          <a:solidFill>
            <a:srgbClr val="1A4C7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BD5C9ECE-556C-5553-FC7A-435DD570A10F}"/>
              </a:ext>
            </a:extLst>
          </p:cNvPr>
          <p:cNvSpPr/>
          <p:nvPr/>
        </p:nvSpPr>
        <p:spPr>
          <a:xfrm>
            <a:off x="1016000" y="635000"/>
            <a:ext cx="1905000" cy="1905000"/>
          </a:xfrm>
          <a:prstGeom prst="ellipse">
            <a:avLst/>
          </a:prstGeom>
          <a:solidFill>
            <a:srgbClr val="1A5C8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五边形 3">
            <a:extLst>
              <a:ext uri="{FF2B5EF4-FFF2-40B4-BE49-F238E27FC236}">
                <a16:creationId xmlns:a16="http://schemas.microsoft.com/office/drawing/2014/main" id="{1FE1F9BB-0D5F-32F9-CEFC-60D30331FC15}"/>
              </a:ext>
            </a:extLst>
          </p:cNvPr>
          <p:cNvSpPr/>
          <p:nvPr/>
        </p:nvSpPr>
        <p:spPr>
          <a:xfrm>
            <a:off x="9525000" y="1016000"/>
            <a:ext cx="635000" cy="635000"/>
          </a:xfrm>
          <a:prstGeom prst="pentagon">
            <a:avLst/>
          </a:prstGeom>
          <a:solidFill>
            <a:srgbClr val="FFD7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五边形 4">
            <a:extLst>
              <a:ext uri="{FF2B5EF4-FFF2-40B4-BE49-F238E27FC236}">
                <a16:creationId xmlns:a16="http://schemas.microsoft.com/office/drawing/2014/main" id="{7C971337-116F-1888-A292-D5B561F01623}"/>
              </a:ext>
            </a:extLst>
          </p:cNvPr>
          <p:cNvSpPr/>
          <p:nvPr/>
        </p:nvSpPr>
        <p:spPr>
          <a:xfrm>
            <a:off x="9144000" y="1778000"/>
            <a:ext cx="381000" cy="381000"/>
          </a:xfrm>
          <a:prstGeom prst="pentagon">
            <a:avLst/>
          </a:prstGeom>
          <a:solidFill>
            <a:srgbClr val="FFD7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17A8494-C0F0-BD26-1F18-5135385FAB53}"/>
              </a:ext>
            </a:extLst>
          </p:cNvPr>
          <p:cNvSpPr txBox="1"/>
          <p:nvPr/>
        </p:nvSpPr>
        <p:spPr>
          <a:xfrm>
            <a:off x="1270000" y="2032000"/>
            <a:ext cx="1016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zh-CN" altLang="en-US" sz="4800" b="1">
                <a:solidFill>
                  <a:srgbClr val="FFFFFF"/>
                </a:solidFill>
                <a:latin typeface="Microsoft YaHei" panose="020B0503020204020204" pitchFamily="34" charset="-122"/>
              </a:rPr>
              <a:t>小升初英语教学课件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38AC879-971F-05CE-2A60-C2DEE134B756}"/>
              </a:ext>
            </a:extLst>
          </p:cNvPr>
          <p:cNvSpPr txBox="1"/>
          <p:nvPr/>
        </p:nvSpPr>
        <p:spPr>
          <a:xfrm>
            <a:off x="1270000" y="3302000"/>
            <a:ext cx="1016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zh-CN" altLang="en-US" sz="2200">
                <a:solidFill>
                  <a:srgbClr val="5B9BD5"/>
                </a:solidFill>
                <a:latin typeface="Microsoft YaHei" panose="020B0503020204020204" pitchFamily="34" charset="-122"/>
              </a:rPr>
              <a:t>⭐ 听说读写综合提升  ⭐ 兴趣与信心并重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1230AD5-E28A-6CEA-9F54-35D3C7B6654E}"/>
              </a:ext>
            </a:extLst>
          </p:cNvPr>
          <p:cNvSpPr txBox="1"/>
          <p:nvPr/>
        </p:nvSpPr>
        <p:spPr>
          <a:xfrm>
            <a:off x="1270000" y="4318000"/>
            <a:ext cx="10160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zh-CN" altLang="en-US" sz="1600">
                <a:solidFill>
                  <a:srgbClr val="BBCCDD"/>
                </a:solidFill>
                <a:latin typeface="Microsoft YaHei" panose="020B0503020204020204" pitchFamily="34" charset="-122"/>
              </a:rPr>
              <a:t>适用：准初一学生  </a:t>
            </a:r>
            <a:r>
              <a:rPr lang="en-US" altLang="zh-CN" sz="1600">
                <a:solidFill>
                  <a:srgbClr val="BBCCDD"/>
                </a:solidFill>
                <a:latin typeface="Microsoft YaHei" panose="020B0503020204020204" pitchFamily="34" charset="-122"/>
              </a:rPr>
              <a:t>·  </a:t>
            </a:r>
            <a:r>
              <a:rPr lang="zh-CN" altLang="en-US" sz="1600">
                <a:solidFill>
                  <a:srgbClr val="BBCCDD"/>
                </a:solidFill>
                <a:latin typeface="Microsoft YaHei" panose="020B0503020204020204" pitchFamily="34" charset="-122"/>
              </a:rPr>
              <a:t>暑期 </a:t>
            </a:r>
            <a:r>
              <a:rPr lang="en-US" altLang="zh-CN" sz="1600">
                <a:solidFill>
                  <a:srgbClr val="BBCCDD"/>
                </a:solidFill>
                <a:latin typeface="Microsoft YaHei" panose="020B0503020204020204" pitchFamily="34" charset="-122"/>
              </a:rPr>
              <a:t>30 </a:t>
            </a:r>
            <a:r>
              <a:rPr lang="zh-CN" altLang="en-US" sz="1600">
                <a:solidFill>
                  <a:srgbClr val="BBCCDD"/>
                </a:solidFill>
                <a:latin typeface="Microsoft YaHei" panose="020B0503020204020204" pitchFamily="34" charset="-122"/>
              </a:rPr>
              <a:t>次课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FBB30DD-362E-9966-4515-A8A7109ACBD1}"/>
              </a:ext>
            </a:extLst>
          </p:cNvPr>
          <p:cNvSpPr/>
          <p:nvPr/>
        </p:nvSpPr>
        <p:spPr>
          <a:xfrm>
            <a:off x="0" y="6667500"/>
            <a:ext cx="12192000" cy="190500"/>
          </a:xfrm>
          <a:prstGeom prst="rect">
            <a:avLst/>
          </a:prstGeom>
          <a:solidFill>
            <a:srgbClr val="5B9BD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5-Point Star 9"/>
          <p:cNvSpPr/>
          <p:nvPr/>
        </p:nvSpPr>
        <p:spPr>
          <a:xfrm>
            <a:off x="1782000" y="350000"/>
            <a:ext cx="500000" cy="500000"/>
          </a:xfrm>
          <a:prstGeom prst="star5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5-Point Star 10"/>
          <p:cNvSpPr/>
          <p:nvPr/>
        </p:nvSpPr>
        <p:spPr>
          <a:xfrm rot="1800000">
            <a:off x="5846000" y="350000"/>
            <a:ext cx="500000" cy="500000"/>
          </a:xfrm>
          <a:prstGeom prst="star5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5-Point Star 11"/>
          <p:cNvSpPr/>
          <p:nvPr/>
        </p:nvSpPr>
        <p:spPr>
          <a:xfrm rot="3600000">
            <a:off x="9910000" y="350000"/>
            <a:ext cx="500000" cy="500000"/>
          </a:xfrm>
          <a:prstGeom prst="star5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42419041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lin ang="2700000" scaled="1"/>
          <a:gsLst>
            <a:gs pos="0">
              <a:srgbClr val="FFF8E1"/>
            </a:gs>
            <a:gs pos="50000">
              <a:srgbClr val="FFECB3"/>
            </a:gs>
            <a:gs pos="100000">
              <a:srgbClr val="FFE082"/>
            </a:gs>
          </a:gsLst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EC9CC05-977D-CFB1-6BB6-DBB1B04CD39D}"/>
              </a:ext>
            </a:extLst>
          </p:cNvPr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1A3C6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8FFE04B-9983-A90A-9EB9-4DF419B70471}"/>
              </a:ext>
            </a:extLst>
          </p:cNvPr>
          <p:cNvSpPr txBox="1"/>
          <p:nvPr/>
        </p:nvSpPr>
        <p:spPr>
          <a:xfrm>
            <a:off x="254000" y="127000"/>
            <a:ext cx="762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2800" b="1">
                <a:solidFill>
                  <a:srgbClr val="FFFFFF"/>
                </a:solidFill>
                <a:latin typeface="Microsoft YaHei" panose="020B0503020204020204" pitchFamily="34" charset="-122"/>
              </a:rPr>
              <a:t>🎯 核心教学思路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3E11416-BA21-C5B7-42D2-0D603CB5B06A}"/>
              </a:ext>
            </a:extLst>
          </p:cNvPr>
          <p:cNvSpPr/>
          <p:nvPr/>
        </p:nvSpPr>
        <p:spPr>
          <a:xfrm>
            <a:off x="317500" y="1016000"/>
            <a:ext cx="2794000" cy="1143000"/>
          </a:xfrm>
          <a:prstGeom prst="rect">
            <a:avLst/>
          </a:prstGeom>
          <a:solidFill>
            <a:srgbClr val="2D6BA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23F32E4-8CB3-B412-CC7E-006B3D476EFF}"/>
              </a:ext>
            </a:extLst>
          </p:cNvPr>
          <p:cNvSpPr txBox="1"/>
          <p:nvPr/>
        </p:nvSpPr>
        <p:spPr>
          <a:xfrm>
            <a:off x="381000" y="1079500"/>
            <a:ext cx="2667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❤️ 优先解决厌学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1C3B44D-E036-A114-2F78-5951F4A1B61A}"/>
              </a:ext>
            </a:extLst>
          </p:cNvPr>
          <p:cNvSpPr txBox="1"/>
          <p:nvPr/>
        </p:nvSpPr>
        <p:spPr>
          <a:xfrm>
            <a:off x="381000" y="1524000"/>
            <a:ext cx="2667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300" b="1">
                <a:solidFill>
                  <a:srgbClr val="FFFFFF"/>
                </a:solidFill>
                <a:latin typeface="Microsoft YaHei" panose="020B0503020204020204" pitchFamily="34" charset="-122"/>
              </a:rPr>
              <a:t>课堂低压力多情景互动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36F4602-9460-2286-A5EB-EF99417B04D8}"/>
              </a:ext>
            </a:extLst>
          </p:cNvPr>
          <p:cNvSpPr/>
          <p:nvPr/>
        </p:nvSpPr>
        <p:spPr>
          <a:xfrm>
            <a:off x="3302000" y="1270000"/>
            <a:ext cx="63500" cy="635000"/>
          </a:xfrm>
          <a:prstGeom prst="rect">
            <a:avLst/>
          </a:prstGeom>
          <a:solidFill>
            <a:srgbClr val="2D6BA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7441CF2-0730-8970-6BA2-2C2DBF235742}"/>
              </a:ext>
            </a:extLst>
          </p:cNvPr>
          <p:cNvSpPr txBox="1"/>
          <p:nvPr/>
        </p:nvSpPr>
        <p:spPr>
          <a:xfrm>
            <a:off x="3556000" y="1270000"/>
            <a:ext cx="762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600">
                <a:solidFill>
                  <a:srgbClr val="2C3E50"/>
                </a:solidFill>
                <a:latin typeface="Microsoft YaHei" panose="020B0503020204020204" pitchFamily="34" charset="-122"/>
              </a:rPr>
              <a:t>成就感代替挫败感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8353A5E-7B75-2A1F-9597-32E672B690CA}"/>
              </a:ext>
            </a:extLst>
          </p:cNvPr>
          <p:cNvSpPr/>
          <p:nvPr/>
        </p:nvSpPr>
        <p:spPr>
          <a:xfrm>
            <a:off x="317500" y="2413000"/>
            <a:ext cx="2794000" cy="1143000"/>
          </a:xfrm>
          <a:prstGeom prst="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B2FB693-6379-983B-246E-C1EA2E07F6A5}"/>
              </a:ext>
            </a:extLst>
          </p:cNvPr>
          <p:cNvSpPr txBox="1"/>
          <p:nvPr/>
        </p:nvSpPr>
        <p:spPr>
          <a:xfrm>
            <a:off x="381000" y="2476500"/>
            <a:ext cx="2667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👂 听→说→读→词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748AF37-F914-7DD6-9D2F-E38682F00C44}"/>
              </a:ext>
            </a:extLst>
          </p:cNvPr>
          <p:cNvSpPr txBox="1"/>
          <p:nvPr/>
        </p:nvSpPr>
        <p:spPr>
          <a:xfrm>
            <a:off x="381000" y="2921000"/>
            <a:ext cx="2667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300" b="1">
                <a:solidFill>
                  <a:srgbClr val="FFFFFF"/>
                </a:solidFill>
                <a:latin typeface="Microsoft YaHei" panose="020B0503020204020204" pitchFamily="34" charset="-122"/>
              </a:rPr>
              <a:t>先听再说再读最后记词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59F352E-8850-17E2-F8D4-B964B20AA578}"/>
              </a:ext>
            </a:extLst>
          </p:cNvPr>
          <p:cNvSpPr/>
          <p:nvPr/>
        </p:nvSpPr>
        <p:spPr>
          <a:xfrm>
            <a:off x="3302000" y="2667000"/>
            <a:ext cx="63500" cy="635000"/>
          </a:xfrm>
          <a:prstGeom prst="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168999A-429A-F85B-495C-E225E79CB1E2}"/>
              </a:ext>
            </a:extLst>
          </p:cNvPr>
          <p:cNvSpPr txBox="1"/>
          <p:nvPr/>
        </p:nvSpPr>
        <p:spPr>
          <a:xfrm>
            <a:off x="3556000" y="2667000"/>
            <a:ext cx="762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600">
                <a:solidFill>
                  <a:srgbClr val="2C3E50"/>
                </a:solidFill>
                <a:latin typeface="Microsoft YaHei" panose="020B0503020204020204" pitchFamily="34" charset="-122"/>
              </a:rPr>
              <a:t>自然吸收不硬背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5354D4E-921B-D663-2575-7D5DA618860A}"/>
              </a:ext>
            </a:extLst>
          </p:cNvPr>
          <p:cNvSpPr/>
          <p:nvPr/>
        </p:nvSpPr>
        <p:spPr>
          <a:xfrm>
            <a:off x="317500" y="3810000"/>
            <a:ext cx="2794000" cy="1143000"/>
          </a:xfrm>
          <a:prstGeom prst="rect">
            <a:avLst/>
          </a:prstGeom>
          <a:solidFill>
            <a:srgbClr val="E67E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3055C7B-29DC-59AD-EFC8-A4ABE928269A}"/>
              </a:ext>
            </a:extLst>
          </p:cNvPr>
          <p:cNvSpPr txBox="1"/>
          <p:nvPr/>
        </p:nvSpPr>
        <p:spPr>
          <a:xfrm>
            <a:off x="381000" y="3873500"/>
            <a:ext cx="2667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🎯 全程综合运用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E6E1C1F-B304-A4EB-5A9C-74479A929E7C}"/>
              </a:ext>
            </a:extLst>
          </p:cNvPr>
          <p:cNvSpPr txBox="1"/>
          <p:nvPr/>
        </p:nvSpPr>
        <p:spPr>
          <a:xfrm>
            <a:off x="381000" y="4318000"/>
            <a:ext cx="2667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300" b="1">
                <a:solidFill>
                  <a:srgbClr val="FFFFFF"/>
                </a:solidFill>
                <a:latin typeface="Microsoft YaHei" panose="020B0503020204020204" pitchFamily="34" charset="-122"/>
              </a:rPr>
              <a:t>单词依附场景同步掌握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6A4AC43-BC97-1AF9-9F7F-9FC0E72411B1}"/>
              </a:ext>
            </a:extLst>
          </p:cNvPr>
          <p:cNvSpPr/>
          <p:nvPr/>
        </p:nvSpPr>
        <p:spPr>
          <a:xfrm>
            <a:off x="3302000" y="4064000"/>
            <a:ext cx="63500" cy="635000"/>
          </a:xfrm>
          <a:prstGeom prst="rect">
            <a:avLst/>
          </a:prstGeom>
          <a:solidFill>
            <a:srgbClr val="E67E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3D829F3-6261-C823-C0A9-A02B27BE48CD}"/>
              </a:ext>
            </a:extLst>
          </p:cNvPr>
          <p:cNvSpPr txBox="1"/>
          <p:nvPr/>
        </p:nvSpPr>
        <p:spPr>
          <a:xfrm>
            <a:off x="3556000" y="4064000"/>
            <a:ext cx="762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600">
                <a:solidFill>
                  <a:srgbClr val="2C3E50"/>
                </a:solidFill>
                <a:latin typeface="Microsoft YaHei" panose="020B0503020204020204" pitchFamily="34" charset="-122"/>
              </a:rPr>
              <a:t>听说读写一起上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D802C45-FAD6-1211-0243-CE9D03DA91B9}"/>
              </a:ext>
            </a:extLst>
          </p:cNvPr>
          <p:cNvSpPr/>
          <p:nvPr/>
        </p:nvSpPr>
        <p:spPr>
          <a:xfrm>
            <a:off x="317500" y="5207000"/>
            <a:ext cx="2794000" cy="1143000"/>
          </a:xfrm>
          <a:prstGeom prst="rect">
            <a:avLst/>
          </a:prstGeom>
          <a:solidFill>
            <a:srgbClr val="8E44A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BAF6960-6DFD-8F66-383B-DAF9E0808BFB}"/>
              </a:ext>
            </a:extLst>
          </p:cNvPr>
          <p:cNvSpPr txBox="1"/>
          <p:nvPr/>
        </p:nvSpPr>
        <p:spPr>
          <a:xfrm>
            <a:off x="381000" y="5270500"/>
            <a:ext cx="2667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📈 三阶段循序渐进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5513F49-27FB-E02A-B31D-7B7731FD00F6}"/>
              </a:ext>
            </a:extLst>
          </p:cNvPr>
          <p:cNvSpPr txBox="1"/>
          <p:nvPr/>
        </p:nvSpPr>
        <p:spPr>
          <a:xfrm>
            <a:off x="381000" y="5715000"/>
            <a:ext cx="2667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300" b="1">
                <a:solidFill>
                  <a:srgbClr val="FFFFFF"/>
                </a:solidFill>
                <a:latin typeface="Microsoft YaHei" panose="020B0503020204020204" pitchFamily="34" charset="-122"/>
              </a:rPr>
              <a:t>基础→衔接→拔高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397B5F7-2087-7F27-FF8F-02C146FC7D22}"/>
              </a:ext>
            </a:extLst>
          </p:cNvPr>
          <p:cNvSpPr/>
          <p:nvPr/>
        </p:nvSpPr>
        <p:spPr>
          <a:xfrm>
            <a:off x="3302000" y="5461000"/>
            <a:ext cx="63500" cy="635000"/>
          </a:xfrm>
          <a:prstGeom prst="rect">
            <a:avLst/>
          </a:prstGeom>
          <a:solidFill>
            <a:srgbClr val="8E44A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2989A46-48FC-16B3-C3C6-D523157D7951}"/>
              </a:ext>
            </a:extLst>
          </p:cNvPr>
          <p:cNvSpPr txBox="1"/>
          <p:nvPr/>
        </p:nvSpPr>
        <p:spPr>
          <a:xfrm>
            <a:off x="3556000" y="5461000"/>
            <a:ext cx="762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600">
                <a:solidFill>
                  <a:srgbClr val="2C3E50"/>
                </a:solidFill>
                <a:latin typeface="Microsoft YaHei" panose="020B0503020204020204" pitchFamily="34" charset="-122"/>
              </a:rPr>
              <a:t>暑期覆盖七上全册</a:t>
            </a:r>
          </a:p>
        </p:txBody>
      </p:sp>
      <p:sp>
        <p:nvSpPr>
          <p:cNvPr id="24" name="5-Point Star 23"/>
          <p:cNvSpPr/>
          <p:nvPr/>
        </p:nvSpPr>
        <p:spPr>
          <a:xfrm rot="15420000">
            <a:off x="11846030" y="3918263"/>
            <a:ext cx="200000" cy="200000"/>
          </a:xfrm>
          <a:prstGeom prst="star5">
            <a:avLst/>
          </a:prstGeom>
          <a:solidFill>
            <a:srgbClr val="81C784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5-Point Star 24"/>
          <p:cNvSpPr/>
          <p:nvPr/>
        </p:nvSpPr>
        <p:spPr>
          <a:xfrm rot="19380000">
            <a:off x="11787743" y="4283600"/>
            <a:ext cx="200000" cy="200000"/>
          </a:xfrm>
          <a:prstGeom prst="star5">
            <a:avLst/>
          </a:prstGeom>
          <a:solidFill>
            <a:srgbClr val="FF9F43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5-Point Star 25"/>
          <p:cNvSpPr/>
          <p:nvPr/>
        </p:nvSpPr>
        <p:spPr>
          <a:xfrm rot="7080000">
            <a:off x="10911901" y="367435"/>
            <a:ext cx="200000" cy="200000"/>
          </a:xfrm>
          <a:prstGeom prst="star5">
            <a:avLst/>
          </a:prstGeom>
          <a:solidFill>
            <a:srgbClr val="FFD700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263061" y="4782056"/>
            <a:ext cx="99078" cy="99078"/>
          </a:xfrm>
          <a:prstGeom prst="ellipse">
            <a:avLst/>
          </a:prstGeom>
          <a:solidFill>
            <a:srgbClr val="FFCDD2">
              <a:alpha val="1894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990267" y="3754104"/>
            <a:ext cx="135088" cy="135088"/>
          </a:xfrm>
          <a:prstGeom prst="ellipse">
            <a:avLst/>
          </a:prstGeom>
          <a:solidFill>
            <a:srgbClr val="FFE0B2">
              <a:alpha val="2980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670077" y="4726116"/>
            <a:ext cx="107711" cy="107711"/>
          </a:xfrm>
          <a:prstGeom prst="ellipse">
            <a:avLst/>
          </a:prstGeom>
          <a:solidFill>
            <a:srgbClr val="FFF9C4">
              <a:alpha val="3110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511813" y="864047"/>
            <a:ext cx="127190" cy="127190"/>
          </a:xfrm>
          <a:prstGeom prst="ellipse">
            <a:avLst/>
          </a:prstGeom>
          <a:solidFill>
            <a:srgbClr val="B2EBF2">
              <a:alpha val="2180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667494" y="3599175"/>
            <a:ext cx="131256" cy="131256"/>
          </a:xfrm>
          <a:prstGeom prst="ellipse">
            <a:avLst/>
          </a:prstGeom>
          <a:solidFill>
            <a:srgbClr val="B3E5FC">
              <a:alpha val="2726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791384" y="240075"/>
            <a:ext cx="111940" cy="111940"/>
          </a:xfrm>
          <a:prstGeom prst="ellipse">
            <a:avLst/>
          </a:prstGeom>
          <a:solidFill>
            <a:srgbClr val="C8E6C9">
              <a:alpha val="2608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9808184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lin ang="2700000" scaled="1"/>
          <a:gsLst>
            <a:gs pos="0">
              <a:srgbClr val="FFF3E0"/>
            </a:gs>
            <a:gs pos="50000">
              <a:srgbClr val="FFE0B2"/>
            </a:gs>
            <a:gs pos="100000">
              <a:srgbClr val="FFCC80"/>
            </a:gs>
          </a:gsLst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EDE431B-CE95-AFC2-2F70-39EDFA3B4A3F}"/>
              </a:ext>
            </a:extLst>
          </p:cNvPr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1A3C6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C146FD8-2548-7CF5-DD83-80C222A4BBC1}"/>
              </a:ext>
            </a:extLst>
          </p:cNvPr>
          <p:cNvSpPr txBox="1"/>
          <p:nvPr/>
        </p:nvSpPr>
        <p:spPr>
          <a:xfrm>
            <a:off x="254000" y="127000"/>
            <a:ext cx="762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2800" b="1">
                <a:solidFill>
                  <a:srgbClr val="FFFFFF"/>
                </a:solidFill>
                <a:latin typeface="Microsoft YaHei" panose="020B0503020204020204" pitchFamily="34" charset="-122"/>
              </a:rPr>
              <a:t>⏰ 每节课 </a:t>
            </a:r>
            <a:r>
              <a:rPr lang="en-US" altLang="zh-CN" sz="2800" b="1">
                <a:solidFill>
                  <a:srgbClr val="FFFFFF"/>
                </a:solidFill>
                <a:latin typeface="Microsoft YaHei" panose="020B0503020204020204" pitchFamily="34" charset="-122"/>
              </a:rPr>
              <a:t>2 </a:t>
            </a:r>
            <a:r>
              <a:rPr lang="zh-CN" altLang="en-US" sz="2800" b="1">
                <a:solidFill>
                  <a:srgbClr val="FFFFFF"/>
                </a:solidFill>
                <a:latin typeface="Microsoft YaHei" panose="020B0503020204020204" pitchFamily="34" charset="-122"/>
              </a:rPr>
              <a:t>小时怎么安排？</a:t>
            </a: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F2C07B21-DEBA-E30E-6703-FBFA4FA369AB}"/>
              </a:ext>
            </a:extLst>
          </p:cNvPr>
          <p:cNvSpPr/>
          <p:nvPr/>
        </p:nvSpPr>
        <p:spPr>
          <a:xfrm>
            <a:off x="762000" y="1143000"/>
            <a:ext cx="1524000" cy="1524000"/>
          </a:xfrm>
          <a:prstGeom prst="ellipse">
            <a:avLst/>
          </a:prstGeom>
          <a:solidFill>
            <a:srgbClr val="2D6BA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74A1EFF-7AC5-2431-F934-F7E197BE52A0}"/>
              </a:ext>
            </a:extLst>
          </p:cNvPr>
          <p:cNvSpPr txBox="1"/>
          <p:nvPr/>
        </p:nvSpPr>
        <p:spPr>
          <a:xfrm>
            <a:off x="952500" y="1206500"/>
            <a:ext cx="114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zh-CN" altLang="en-US" sz="1500" b="1">
                <a:solidFill>
                  <a:srgbClr val="FFFFFF"/>
                </a:solidFill>
                <a:latin typeface="Microsoft YaHei" panose="020B0503020204020204" pitchFamily="34" charset="-122"/>
              </a:rPr>
              <a:t>🎬 听说热身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29BE398-8A02-C2B5-7D45-71D1B47B51C7}"/>
              </a:ext>
            </a:extLst>
          </p:cNvPr>
          <p:cNvSpPr txBox="1"/>
          <p:nvPr/>
        </p:nvSpPr>
        <p:spPr>
          <a:xfrm>
            <a:off x="1079500" y="1587500"/>
            <a:ext cx="889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300" b="1">
                <a:solidFill>
                  <a:srgbClr val="FFFF00"/>
                </a:solidFill>
                <a:latin typeface="Microsoft YaHei" panose="020B0503020204020204" pitchFamily="34" charset="-122"/>
              </a:rPr>
              <a:t>25min</a:t>
            </a:r>
            <a:endParaRPr lang="zh-CN" altLang="en-US" sz="1300" b="1">
              <a:solidFill>
                <a:srgbClr val="FFFF0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CA76750-E527-43F7-85F6-A9281BE07547}"/>
              </a:ext>
            </a:extLst>
          </p:cNvPr>
          <p:cNvSpPr txBox="1"/>
          <p:nvPr/>
        </p:nvSpPr>
        <p:spPr>
          <a:xfrm>
            <a:off x="508000" y="1968500"/>
            <a:ext cx="203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</a:rPr>
              <a:t>动画</a:t>
            </a:r>
            <a:r>
              <a:rPr lang="en-US" altLang="zh-CN" sz="1200">
                <a:solidFill>
                  <a:srgbClr val="FFFFFF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</a:rPr>
              <a:t>闲聊
带出词句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397119E-CC53-A3BC-0935-0917CC50F4E0}"/>
              </a:ext>
            </a:extLst>
          </p:cNvPr>
          <p:cNvSpPr txBox="1"/>
          <p:nvPr/>
        </p:nvSpPr>
        <p:spPr>
          <a:xfrm>
            <a:off x="2349500" y="1778000"/>
            <a:ext cx="381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2600">
                <a:solidFill>
                  <a:srgbClr val="7F8C8D"/>
                </a:solidFill>
                <a:latin typeface="Microsoft YaHei" panose="020B0503020204020204" pitchFamily="34" charset="-122"/>
              </a:rPr>
              <a:t>→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83D49472-1487-6B94-5A8E-58440C907B53}"/>
              </a:ext>
            </a:extLst>
          </p:cNvPr>
          <p:cNvSpPr/>
          <p:nvPr/>
        </p:nvSpPr>
        <p:spPr>
          <a:xfrm>
            <a:off x="3556000" y="1143000"/>
            <a:ext cx="1524000" cy="1524000"/>
          </a:xfrm>
          <a:prstGeom prst="ellipse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BBDB4C8-BDFA-DD77-F0AF-2CF812B52334}"/>
              </a:ext>
            </a:extLst>
          </p:cNvPr>
          <p:cNvSpPr txBox="1"/>
          <p:nvPr/>
        </p:nvSpPr>
        <p:spPr>
          <a:xfrm>
            <a:off x="3746500" y="1206500"/>
            <a:ext cx="114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zh-CN" altLang="en-US" sz="1500" b="1">
                <a:solidFill>
                  <a:srgbClr val="FFFFFF"/>
                </a:solidFill>
                <a:latin typeface="Microsoft YaHei" panose="020B0503020204020204" pitchFamily="34" charset="-122"/>
              </a:rPr>
              <a:t>📖 阅读输入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C3F2946-B5A8-3CA2-538E-C082F3941B91}"/>
              </a:ext>
            </a:extLst>
          </p:cNvPr>
          <p:cNvSpPr txBox="1"/>
          <p:nvPr/>
        </p:nvSpPr>
        <p:spPr>
          <a:xfrm>
            <a:off x="3873500" y="1587500"/>
            <a:ext cx="889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300" b="1">
                <a:solidFill>
                  <a:srgbClr val="FFFF00"/>
                </a:solidFill>
                <a:latin typeface="Microsoft YaHei" panose="020B0503020204020204" pitchFamily="34" charset="-122"/>
              </a:rPr>
              <a:t>50min</a:t>
            </a:r>
            <a:endParaRPr lang="zh-CN" altLang="en-US" sz="1300" b="1">
              <a:solidFill>
                <a:srgbClr val="FFFF0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8B78704-5F71-985E-D648-FEF834F1265B}"/>
              </a:ext>
            </a:extLst>
          </p:cNvPr>
          <p:cNvSpPr txBox="1"/>
          <p:nvPr/>
        </p:nvSpPr>
        <p:spPr>
          <a:xfrm>
            <a:off x="3302000" y="1968500"/>
            <a:ext cx="203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</a:rPr>
              <a:t>短文</a:t>
            </a:r>
            <a:r>
              <a:rPr lang="en-US" altLang="zh-CN" sz="1200">
                <a:solidFill>
                  <a:srgbClr val="FFFFFF"/>
                </a:solidFill>
                <a:latin typeface="Microsoft YaHei" panose="020B0503020204020204" pitchFamily="34" charset="-122"/>
              </a:rPr>
              <a:t>+</a:t>
            </a:r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</a:rPr>
              <a:t>音频
拆解生词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ABB8DD9-335A-0AC6-40BD-1E3FBD4F440C}"/>
              </a:ext>
            </a:extLst>
          </p:cNvPr>
          <p:cNvSpPr txBox="1"/>
          <p:nvPr/>
        </p:nvSpPr>
        <p:spPr>
          <a:xfrm>
            <a:off x="5143500" y="1778000"/>
            <a:ext cx="381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2600">
                <a:solidFill>
                  <a:srgbClr val="7F8C8D"/>
                </a:solidFill>
                <a:latin typeface="Microsoft YaHei" panose="020B0503020204020204" pitchFamily="34" charset="-122"/>
              </a:rPr>
              <a:t>→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F8534E02-551E-C60F-6412-9CD7F96D20DE}"/>
              </a:ext>
            </a:extLst>
          </p:cNvPr>
          <p:cNvSpPr/>
          <p:nvPr/>
        </p:nvSpPr>
        <p:spPr>
          <a:xfrm>
            <a:off x="6350000" y="1143000"/>
            <a:ext cx="1524000" cy="1524000"/>
          </a:xfrm>
          <a:prstGeom prst="ellipse">
            <a:avLst/>
          </a:prstGeom>
          <a:solidFill>
            <a:srgbClr val="E67E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C21407F-791C-F034-06A4-5F99957BA4C2}"/>
              </a:ext>
            </a:extLst>
          </p:cNvPr>
          <p:cNvSpPr txBox="1"/>
          <p:nvPr/>
        </p:nvSpPr>
        <p:spPr>
          <a:xfrm>
            <a:off x="6540500" y="1206500"/>
            <a:ext cx="114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zh-CN" altLang="en-US" sz="1500" b="1">
                <a:solidFill>
                  <a:srgbClr val="FFFFFF"/>
                </a:solidFill>
                <a:latin typeface="Microsoft YaHei" panose="020B0503020204020204" pitchFamily="34" charset="-122"/>
              </a:rPr>
              <a:t>🎤 口语输出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916F7D1-FAF8-12DA-3BB7-9E95C4DD69C8}"/>
              </a:ext>
            </a:extLst>
          </p:cNvPr>
          <p:cNvSpPr txBox="1"/>
          <p:nvPr/>
        </p:nvSpPr>
        <p:spPr>
          <a:xfrm>
            <a:off x="6667500" y="1587500"/>
            <a:ext cx="889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300" b="1">
                <a:solidFill>
                  <a:srgbClr val="FFFF00"/>
                </a:solidFill>
                <a:latin typeface="Microsoft YaHei" panose="020B0503020204020204" pitchFamily="34" charset="-122"/>
              </a:rPr>
              <a:t>30min</a:t>
            </a:r>
            <a:endParaRPr lang="zh-CN" altLang="en-US" sz="1300" b="1">
              <a:solidFill>
                <a:srgbClr val="FFFF0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F6B9F26-C671-58CF-12FA-74BDFA749304}"/>
              </a:ext>
            </a:extLst>
          </p:cNvPr>
          <p:cNvSpPr txBox="1"/>
          <p:nvPr/>
        </p:nvSpPr>
        <p:spPr>
          <a:xfrm>
            <a:off x="6096000" y="1968500"/>
            <a:ext cx="203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</a:rPr>
              <a:t>角色扮演
当堂运用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253E1A1-5674-C027-6E6F-A330B914D238}"/>
              </a:ext>
            </a:extLst>
          </p:cNvPr>
          <p:cNvSpPr txBox="1"/>
          <p:nvPr/>
        </p:nvSpPr>
        <p:spPr>
          <a:xfrm>
            <a:off x="7937500" y="1778000"/>
            <a:ext cx="381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2600">
                <a:solidFill>
                  <a:srgbClr val="7F8C8D"/>
                </a:solidFill>
                <a:latin typeface="Microsoft YaHei" panose="020B0503020204020204" pitchFamily="34" charset="-122"/>
              </a:rPr>
              <a:t>→</a:t>
            </a: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B02045F0-D5B0-1F00-D257-B2268D30C0BA}"/>
              </a:ext>
            </a:extLst>
          </p:cNvPr>
          <p:cNvSpPr/>
          <p:nvPr/>
        </p:nvSpPr>
        <p:spPr>
          <a:xfrm>
            <a:off x="8255000" y="1143000"/>
            <a:ext cx="1524000" cy="1524000"/>
          </a:xfrm>
          <a:prstGeom prst="ellipse">
            <a:avLst/>
          </a:prstGeom>
          <a:solidFill>
            <a:srgbClr val="8E44A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2296377-9C01-51B9-FF6E-4E63FC440F31}"/>
              </a:ext>
            </a:extLst>
          </p:cNvPr>
          <p:cNvSpPr txBox="1"/>
          <p:nvPr/>
        </p:nvSpPr>
        <p:spPr>
          <a:xfrm>
            <a:off x="8445500" y="1206500"/>
            <a:ext cx="114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zh-CN" altLang="en-US" sz="1500" b="1">
                <a:solidFill>
                  <a:srgbClr val="FFFFFF"/>
                </a:solidFill>
                <a:latin typeface="Microsoft YaHei" panose="020B0503020204020204" pitchFamily="34" charset="-122"/>
              </a:rPr>
              <a:t>✏️ 写作输出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C01E2B7-8C91-B8ED-4E7F-6DF215E4823B}"/>
              </a:ext>
            </a:extLst>
          </p:cNvPr>
          <p:cNvSpPr txBox="1"/>
          <p:nvPr/>
        </p:nvSpPr>
        <p:spPr>
          <a:xfrm>
            <a:off x="8572500" y="1587500"/>
            <a:ext cx="889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300" b="1">
                <a:solidFill>
                  <a:srgbClr val="FFFF00"/>
                </a:solidFill>
                <a:latin typeface="Microsoft YaHei" panose="020B0503020204020204" pitchFamily="34" charset="-122"/>
              </a:rPr>
              <a:t>10min</a:t>
            </a:r>
            <a:endParaRPr lang="zh-CN" altLang="en-US" sz="1300" b="1">
              <a:solidFill>
                <a:srgbClr val="FFFF0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92007EF-F583-5A6F-4164-9C9EDB4110AB}"/>
              </a:ext>
            </a:extLst>
          </p:cNvPr>
          <p:cNvSpPr txBox="1"/>
          <p:nvPr/>
        </p:nvSpPr>
        <p:spPr>
          <a:xfrm>
            <a:off x="8001000" y="1968500"/>
            <a:ext cx="203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</a:rPr>
              <a:t>仿写段落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5576859-3AC8-BE88-B2D1-3EB2124F9F4C}"/>
              </a:ext>
            </a:extLst>
          </p:cNvPr>
          <p:cNvSpPr txBox="1"/>
          <p:nvPr/>
        </p:nvSpPr>
        <p:spPr>
          <a:xfrm>
            <a:off x="9842500" y="1778000"/>
            <a:ext cx="381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2600">
                <a:solidFill>
                  <a:srgbClr val="7F8C8D"/>
                </a:solidFill>
                <a:latin typeface="Microsoft YaHei" panose="020B0503020204020204" pitchFamily="34" charset="-122"/>
              </a:rPr>
              <a:t>→</a:t>
            </a: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540AE67E-5617-C7A0-F852-3C949ECBB114}"/>
              </a:ext>
            </a:extLst>
          </p:cNvPr>
          <p:cNvSpPr/>
          <p:nvPr/>
        </p:nvSpPr>
        <p:spPr>
          <a:xfrm>
            <a:off x="10160000" y="1143000"/>
            <a:ext cx="1524000" cy="1524000"/>
          </a:xfrm>
          <a:prstGeom prst="ellipse">
            <a:avLst/>
          </a:prstGeom>
          <a:solidFill>
            <a:srgbClr val="0096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22FDDCB-B6ED-3F15-DABC-181758EED0DD}"/>
              </a:ext>
            </a:extLst>
          </p:cNvPr>
          <p:cNvSpPr txBox="1"/>
          <p:nvPr/>
        </p:nvSpPr>
        <p:spPr>
          <a:xfrm>
            <a:off x="10350500" y="1206500"/>
            <a:ext cx="114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zh-CN" altLang="en-US" sz="1500" b="1">
                <a:solidFill>
                  <a:srgbClr val="FFFFFF"/>
                </a:solidFill>
                <a:latin typeface="Microsoft YaHei" panose="020B0503020204020204" pitchFamily="34" charset="-122"/>
              </a:rPr>
              <a:t>📝 复盘作业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F9651990-F13F-95EB-2FDC-32F8296EC9D8}"/>
              </a:ext>
            </a:extLst>
          </p:cNvPr>
          <p:cNvSpPr txBox="1"/>
          <p:nvPr/>
        </p:nvSpPr>
        <p:spPr>
          <a:xfrm>
            <a:off x="10477500" y="1587500"/>
            <a:ext cx="889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300" b="1">
                <a:solidFill>
                  <a:srgbClr val="FFFF00"/>
                </a:solidFill>
                <a:latin typeface="Microsoft YaHei" panose="020B0503020204020204" pitchFamily="34" charset="-122"/>
              </a:rPr>
              <a:t>5min</a:t>
            </a:r>
            <a:endParaRPr lang="zh-CN" altLang="en-US" sz="1300" b="1">
              <a:solidFill>
                <a:srgbClr val="FFFF0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AB86EA2-AFA5-CA6E-7A5A-10E76E8082E8}"/>
              </a:ext>
            </a:extLst>
          </p:cNvPr>
          <p:cNvSpPr txBox="1"/>
          <p:nvPr/>
        </p:nvSpPr>
        <p:spPr>
          <a:xfrm>
            <a:off x="9906000" y="1968500"/>
            <a:ext cx="203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</a:rPr>
              <a:t>听音频跟读</a:t>
            </a:r>
          </a:p>
        </p:txBody>
      </p:sp>
      <p:sp>
        <p:nvSpPr>
          <p:cNvPr id="28" name="5-Point Star 27"/>
          <p:cNvSpPr/>
          <p:nvPr/>
        </p:nvSpPr>
        <p:spPr>
          <a:xfrm rot="18600000">
            <a:off x="11885093" y="4886655"/>
            <a:ext cx="200000" cy="200000"/>
          </a:xfrm>
          <a:prstGeom prst="star5">
            <a:avLst/>
          </a:prstGeom>
          <a:solidFill>
            <a:srgbClr val="FFD700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5-Point Star 28"/>
          <p:cNvSpPr/>
          <p:nvPr/>
        </p:nvSpPr>
        <p:spPr>
          <a:xfrm rot="20700000">
            <a:off x="7545531" y="6432366"/>
            <a:ext cx="200000" cy="200000"/>
          </a:xfrm>
          <a:prstGeom prst="star5">
            <a:avLst/>
          </a:prstGeom>
          <a:solidFill>
            <a:srgbClr val="4FC3F7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5-Point Star 29"/>
          <p:cNvSpPr/>
          <p:nvPr/>
        </p:nvSpPr>
        <p:spPr>
          <a:xfrm rot="5100000">
            <a:off x="414852" y="5326654"/>
            <a:ext cx="200000" cy="200000"/>
          </a:xfrm>
          <a:prstGeom prst="star5">
            <a:avLst/>
          </a:prstGeom>
          <a:solidFill>
            <a:srgbClr val="4FC3F7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485137" y="3173644"/>
            <a:ext cx="123223" cy="123223"/>
          </a:xfrm>
          <a:prstGeom prst="ellipse">
            <a:avLst/>
          </a:prstGeom>
          <a:solidFill>
            <a:srgbClr val="E1BEE7">
              <a:alpha val="2609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343602" y="6018481"/>
            <a:ext cx="141384" cy="141384"/>
          </a:xfrm>
          <a:prstGeom prst="ellipse">
            <a:avLst/>
          </a:prstGeom>
          <a:solidFill>
            <a:srgbClr val="FFCDD2">
              <a:alpha val="1765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918753" y="5764313"/>
            <a:ext cx="94580" cy="94580"/>
          </a:xfrm>
          <a:prstGeom prst="ellipse">
            <a:avLst/>
          </a:prstGeom>
          <a:solidFill>
            <a:srgbClr val="B3E5FC">
              <a:alpha val="2216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12952" y="3360107"/>
            <a:ext cx="126008" cy="126008"/>
          </a:xfrm>
          <a:prstGeom prst="ellipse">
            <a:avLst/>
          </a:prstGeom>
          <a:solidFill>
            <a:srgbClr val="FFCCBC">
              <a:alpha val="2018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714033" y="2597856"/>
            <a:ext cx="79612" cy="79612"/>
          </a:xfrm>
          <a:prstGeom prst="ellipse">
            <a:avLst/>
          </a:prstGeom>
          <a:solidFill>
            <a:srgbClr val="FFCDD2">
              <a:alpha val="2833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633276" y="5678929"/>
            <a:ext cx="134158" cy="134158"/>
          </a:xfrm>
          <a:prstGeom prst="ellipse">
            <a:avLst/>
          </a:prstGeom>
          <a:solidFill>
            <a:srgbClr val="FFF9C4">
              <a:alpha val="2451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41817826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lin ang="5400000" scaled="1"/>
          <a:gsLst>
            <a:gs pos="0">
              <a:srgbClr val="E8EAF6"/>
            </a:gs>
            <a:gs pos="50000">
              <a:srgbClr val="C5CAE9"/>
            </a:gs>
            <a:gs pos="100000">
              <a:srgbClr val="9FA8DA"/>
            </a:gs>
          </a:gsLst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0164FF59-D3CF-12B9-50EB-26407B9A3193}"/>
              </a:ext>
            </a:extLst>
          </p:cNvPr>
          <p:cNvSpPr/>
          <p:nvPr/>
        </p:nvSpPr>
        <p:spPr>
          <a:xfrm>
            <a:off x="254000" y="254000"/>
            <a:ext cx="1016000" cy="1016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6D38AC8-221B-BA27-E8B3-464B0B5BAB27}"/>
              </a:ext>
            </a:extLst>
          </p:cNvPr>
          <p:cNvSpPr txBox="1"/>
          <p:nvPr/>
        </p:nvSpPr>
        <p:spPr>
          <a:xfrm>
            <a:off x="444500" y="444500"/>
            <a:ext cx="635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800" b="1">
                <a:solidFill>
                  <a:srgbClr val="2D6BA4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2800" b="1">
              <a:solidFill>
                <a:srgbClr val="2D6BA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64CAE85-F61D-6F7C-0E6E-DF97EAA9E02F}"/>
              </a:ext>
            </a:extLst>
          </p:cNvPr>
          <p:cNvSpPr txBox="1"/>
          <p:nvPr/>
        </p:nvSpPr>
        <p:spPr>
          <a:xfrm>
            <a:off x="1524000" y="317500"/>
            <a:ext cx="762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3600" b="1">
                <a:solidFill>
                  <a:srgbClr val="FFFFFF"/>
                </a:solidFill>
                <a:latin typeface="Microsoft YaHei" panose="020B0503020204020204" pitchFamily="34" charset="-122"/>
              </a:rPr>
              <a:t>🔤 字母与音标基础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A36BC20-340E-460F-9F40-73135C1B6734}"/>
              </a:ext>
            </a:extLst>
          </p:cNvPr>
          <p:cNvSpPr txBox="1"/>
          <p:nvPr/>
        </p:nvSpPr>
        <p:spPr>
          <a:xfrm>
            <a:off x="1524000" y="889000"/>
            <a:ext cx="7620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zh-CN">
                <a:solidFill>
                  <a:srgbClr val="E0E0E0"/>
                </a:solidFill>
                <a:latin typeface="Microsoft YaHei" panose="020B0503020204020204" pitchFamily="34" charset="-122"/>
              </a:rPr>
              <a:t>26</a:t>
            </a:r>
            <a:r>
              <a:rPr lang="zh-CN" altLang="en-US">
                <a:solidFill>
                  <a:srgbClr val="E0E0E0"/>
                </a:solidFill>
                <a:latin typeface="Microsoft YaHei" panose="020B0503020204020204" pitchFamily="34" charset="-122"/>
              </a:rPr>
              <a:t>个英文字母 </a:t>
            </a:r>
            <a:r>
              <a:rPr lang="en-US" altLang="zh-CN">
                <a:solidFill>
                  <a:srgbClr val="E0E0E0"/>
                </a:solidFill>
                <a:latin typeface="Microsoft YaHei" panose="020B0503020204020204" pitchFamily="34" charset="-122"/>
              </a:rPr>
              <a:t>· 48</a:t>
            </a:r>
            <a:r>
              <a:rPr lang="zh-CN" altLang="en-US">
                <a:solidFill>
                  <a:srgbClr val="E0E0E0"/>
                </a:solidFill>
                <a:latin typeface="Microsoft YaHei" panose="020B0503020204020204" pitchFamily="34" charset="-122"/>
              </a:rPr>
              <a:t>个国际音标 </a:t>
            </a:r>
            <a:r>
              <a:rPr lang="en-US" altLang="zh-CN">
                <a:solidFill>
                  <a:srgbClr val="E0E0E0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>
                <a:solidFill>
                  <a:srgbClr val="E0E0E0"/>
                </a:solidFill>
                <a:latin typeface="Microsoft YaHei" panose="020B0503020204020204" pitchFamily="34" charset="-122"/>
              </a:rPr>
              <a:t>学会自主拼读</a:t>
            </a:r>
          </a:p>
        </p:txBody>
      </p:sp>
      <p:sp>
        <p:nvSpPr>
          <p:cNvPr id="6" name="五边形 5">
            <a:extLst>
              <a:ext uri="{FF2B5EF4-FFF2-40B4-BE49-F238E27FC236}">
                <a16:creationId xmlns:a16="http://schemas.microsoft.com/office/drawing/2014/main" id="{510D6037-ADC5-472A-450F-535F5DEA3470}"/>
              </a:ext>
            </a:extLst>
          </p:cNvPr>
          <p:cNvSpPr/>
          <p:nvPr/>
        </p:nvSpPr>
        <p:spPr>
          <a:xfrm>
            <a:off x="10795000" y="381000"/>
            <a:ext cx="508000" cy="508000"/>
          </a:xfrm>
          <a:prstGeom prst="pentagon">
            <a:avLst/>
          </a:prstGeom>
          <a:solidFill>
            <a:srgbClr val="FFD7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28CB7D3-999B-5A23-0862-3406ABFA8281}"/>
              </a:ext>
            </a:extLst>
          </p:cNvPr>
          <p:cNvSpPr/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5-Point Star 7"/>
          <p:cNvSpPr/>
          <p:nvPr/>
        </p:nvSpPr>
        <p:spPr>
          <a:xfrm rot="11760000">
            <a:off x="11792947" y="5366398"/>
            <a:ext cx="200000" cy="200000"/>
          </a:xfrm>
          <a:prstGeom prst="star5">
            <a:avLst/>
          </a:prstGeom>
          <a:solidFill>
            <a:srgbClr val="FF9F43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5-Point Star 8"/>
          <p:cNvSpPr/>
          <p:nvPr/>
        </p:nvSpPr>
        <p:spPr>
          <a:xfrm rot="13800000">
            <a:off x="11708868" y="2023017"/>
            <a:ext cx="200000" cy="200000"/>
          </a:xfrm>
          <a:prstGeom prst="star5">
            <a:avLst/>
          </a:prstGeom>
          <a:solidFill>
            <a:srgbClr val="FF6B6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5-Point Star 9"/>
          <p:cNvSpPr/>
          <p:nvPr/>
        </p:nvSpPr>
        <p:spPr>
          <a:xfrm rot="4020000">
            <a:off x="358089" y="3242147"/>
            <a:ext cx="200000" cy="200000"/>
          </a:xfrm>
          <a:prstGeom prst="star5">
            <a:avLst/>
          </a:prstGeom>
          <a:solidFill>
            <a:srgbClr val="CE93D8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5-Point Star 10"/>
          <p:cNvSpPr/>
          <p:nvPr/>
        </p:nvSpPr>
        <p:spPr>
          <a:xfrm rot="10140000">
            <a:off x="452007" y="5375498"/>
            <a:ext cx="200000" cy="200000"/>
          </a:xfrm>
          <a:prstGeom prst="star5">
            <a:avLst/>
          </a:prstGeom>
          <a:solidFill>
            <a:srgbClr val="FF6B6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5-Point Star 11"/>
          <p:cNvSpPr/>
          <p:nvPr/>
        </p:nvSpPr>
        <p:spPr>
          <a:xfrm rot="19920000">
            <a:off x="6740952" y="6542560"/>
            <a:ext cx="200000" cy="200000"/>
          </a:xfrm>
          <a:prstGeom prst="star5">
            <a:avLst/>
          </a:prstGeom>
          <a:solidFill>
            <a:srgbClr val="FF6B6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675515" y="3546620"/>
            <a:ext cx="84624" cy="84624"/>
          </a:xfrm>
          <a:prstGeom prst="ellipse">
            <a:avLst/>
          </a:prstGeom>
          <a:solidFill>
            <a:srgbClr val="C8E6C9">
              <a:alpha val="2495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786451" y="2559384"/>
            <a:ext cx="118066" cy="118066"/>
          </a:xfrm>
          <a:prstGeom prst="ellipse">
            <a:avLst/>
          </a:prstGeom>
          <a:solidFill>
            <a:srgbClr val="FFCCBC">
              <a:alpha val="1667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242299" y="4235555"/>
            <a:ext cx="105079" cy="105079"/>
          </a:xfrm>
          <a:prstGeom prst="ellipse">
            <a:avLst/>
          </a:prstGeom>
          <a:solidFill>
            <a:srgbClr val="FFF9C4">
              <a:alpha val="1542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44068" y="1091148"/>
            <a:ext cx="78450" cy="78450"/>
          </a:xfrm>
          <a:prstGeom prst="ellipse">
            <a:avLst/>
          </a:prstGeom>
          <a:solidFill>
            <a:srgbClr val="C8E6C9">
              <a:alpha val="2391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834414" y="5429677"/>
            <a:ext cx="142820" cy="142820"/>
          </a:xfrm>
          <a:prstGeom prst="ellipse">
            <a:avLst/>
          </a:prstGeom>
          <a:solidFill>
            <a:srgbClr val="B2EBF2">
              <a:alpha val="301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227273" y="5065062"/>
            <a:ext cx="132348" cy="132348"/>
          </a:xfrm>
          <a:prstGeom prst="ellipse">
            <a:avLst/>
          </a:prstGeom>
          <a:solidFill>
            <a:srgbClr val="FFCDD2">
              <a:alpha val="2996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059268" y="2092980"/>
            <a:ext cx="64524" cy="64524"/>
          </a:xfrm>
          <a:prstGeom prst="ellipse">
            <a:avLst/>
          </a:prstGeom>
          <a:solidFill>
            <a:srgbClr val="B3E5FC">
              <a:alpha val="2961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535690" y="4879133"/>
            <a:ext cx="97864" cy="97864"/>
          </a:xfrm>
          <a:prstGeom prst="ellipse">
            <a:avLst/>
          </a:prstGeom>
          <a:solidFill>
            <a:srgbClr val="FFE0B2">
              <a:alpha val="1558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8456545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lin ang="3600000" scaled="1"/>
          <a:gsLst>
            <a:gs pos="0">
              <a:srgbClr val="FEF9E7"/>
            </a:gs>
            <a:gs pos="30000">
              <a:srgbClr val="FDEBD0"/>
            </a:gs>
            <a:gs pos="70000">
              <a:srgbClr val="D6EAF8"/>
            </a:gs>
            <a:gs pos="100000">
              <a:srgbClr val="E8DAEF"/>
            </a:gs>
          </a:gsLst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D56933D-FF52-F1F9-0896-2D6757ED125B}"/>
              </a:ext>
            </a:extLst>
          </p:cNvPr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1A3C6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DB6B83E-8586-7EAB-E3D9-488A6CD702C9}"/>
              </a:ext>
            </a:extLst>
          </p:cNvPr>
          <p:cNvSpPr txBox="1"/>
          <p:nvPr/>
        </p:nvSpPr>
        <p:spPr>
          <a:xfrm>
            <a:off x="254000" y="127000"/>
            <a:ext cx="762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2800" b="1">
                <a:solidFill>
                  <a:srgbClr val="FFFFFF"/>
                </a:solidFill>
                <a:latin typeface="Microsoft YaHei" panose="020B0503020204020204" pitchFamily="34" charset="-122"/>
              </a:rPr>
              <a:t>🔤 </a:t>
            </a:r>
            <a:r>
              <a:rPr lang="en-US" altLang="zh-CN" sz="2800" b="1">
                <a:solidFill>
                  <a:srgbClr val="FFFFFF"/>
                </a:solidFill>
                <a:latin typeface="Microsoft YaHei" panose="020B0503020204020204" pitchFamily="34" charset="-122"/>
              </a:rPr>
              <a:t>26</a:t>
            </a:r>
            <a:r>
              <a:rPr lang="zh-CN" altLang="en-US" sz="2800" b="1">
                <a:solidFill>
                  <a:srgbClr val="FFFFFF"/>
                </a:solidFill>
                <a:latin typeface="Microsoft YaHei" panose="020B0503020204020204" pitchFamily="34" charset="-122"/>
              </a:rPr>
              <a:t>个英文字母 </a:t>
            </a:r>
            <a:r>
              <a:rPr lang="en-US" altLang="zh-CN" sz="2800" b="1">
                <a:solidFill>
                  <a:srgbClr val="FFFFFF"/>
                </a:solidFill>
                <a:latin typeface="Microsoft YaHei" panose="020B0503020204020204" pitchFamily="34" charset="-122"/>
              </a:rPr>
              <a:t>— </a:t>
            </a:r>
            <a:r>
              <a:rPr lang="zh-CN" altLang="en-US" sz="2800" b="1">
                <a:solidFill>
                  <a:srgbClr val="FFFFFF"/>
                </a:solidFill>
                <a:latin typeface="Microsoft YaHei" panose="020B0503020204020204" pitchFamily="34" charset="-122"/>
              </a:rPr>
              <a:t/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45B9F328-B402-0EE0-1C47-13C0A0F04C5B}"/>
              </a:ext>
            </a:extLst>
          </p:cNvPr>
          <p:cNvSpPr/>
          <p:nvPr/>
        </p:nvSpPr>
        <p:spPr>
          <a:xfrm>
            <a:off x="190500" y="952500"/>
            <a:ext cx="381000" cy="431800"/>
          </a:xfrm>
          <a:prstGeom prst="roundRect">
            <a:avLst/>
          </a:prstGeom>
          <a:solidFill>
            <a:srgbClr val="FFFFFF"/>
          </a:solidFill>
          <a:ln>
            <a:solidFill>
              <a:srgbClr val="C039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5219973-A425-FB27-9DDA-57CBB52213E6}"/>
              </a:ext>
            </a:extLst>
          </p:cNvPr>
          <p:cNvSpPr txBox="1"/>
          <p:nvPr/>
        </p:nvSpPr>
        <p:spPr>
          <a:xfrm>
            <a:off x="215900" y="990600"/>
            <a:ext cx="330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600" b="1">
                <a:solidFill>
                  <a:srgbClr val="C0392B"/>
                </a:solidFill>
                <a:latin typeface="Microsoft YaHei" panose="020B0503020204020204" pitchFamily="34" charset="-122"/>
              </a:rPr>
              <a:t>A</a:t>
            </a:r>
            <a:endParaRPr lang="zh-CN" altLang="en-US" sz="1600" b="1">
              <a:solidFill>
                <a:srgbClr val="C039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19771BDB-FEDE-87A2-31A8-BA788843FF14}"/>
              </a:ext>
            </a:extLst>
          </p:cNvPr>
          <p:cNvSpPr/>
          <p:nvPr/>
        </p:nvSpPr>
        <p:spPr>
          <a:xfrm>
            <a:off x="622300" y="952500"/>
            <a:ext cx="381000" cy="431800"/>
          </a:xfrm>
          <a:prstGeom prst="roundRect">
            <a:avLst/>
          </a:prstGeom>
          <a:solidFill>
            <a:srgbClr val="FFFFFF"/>
          </a:solidFill>
          <a:ln>
            <a:solidFill>
              <a:srgbClr val="2D6BA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B312454-400E-CEE5-6F64-27B587E02E4C}"/>
              </a:ext>
            </a:extLst>
          </p:cNvPr>
          <p:cNvSpPr txBox="1"/>
          <p:nvPr/>
        </p:nvSpPr>
        <p:spPr>
          <a:xfrm>
            <a:off x="647700" y="990600"/>
            <a:ext cx="330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600" b="1">
                <a:solidFill>
                  <a:srgbClr val="2D6BA4"/>
                </a:solidFill>
                <a:latin typeface="Microsoft YaHei" panose="020B0503020204020204" pitchFamily="34" charset="-122"/>
              </a:rPr>
              <a:t>B</a:t>
            </a:r>
            <a:endParaRPr lang="zh-CN" altLang="en-US" sz="1600" b="1">
              <a:solidFill>
                <a:srgbClr val="2D6BA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15FFF8F6-6474-95F2-9DF6-89C4E7C27C1C}"/>
              </a:ext>
            </a:extLst>
          </p:cNvPr>
          <p:cNvSpPr/>
          <p:nvPr/>
        </p:nvSpPr>
        <p:spPr>
          <a:xfrm>
            <a:off x="1054100" y="952500"/>
            <a:ext cx="381000" cy="431800"/>
          </a:xfrm>
          <a:prstGeom prst="roundRect">
            <a:avLst/>
          </a:prstGeom>
          <a:solidFill>
            <a:srgbClr val="FFFFFF"/>
          </a:solidFill>
          <a:ln>
            <a:solidFill>
              <a:srgbClr val="2D6BA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51FFF99-DFCB-2FBA-C077-39BF2A5009FB}"/>
              </a:ext>
            </a:extLst>
          </p:cNvPr>
          <p:cNvSpPr txBox="1"/>
          <p:nvPr/>
        </p:nvSpPr>
        <p:spPr>
          <a:xfrm>
            <a:off x="1079500" y="990600"/>
            <a:ext cx="330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600" b="1">
                <a:solidFill>
                  <a:srgbClr val="2D6BA4"/>
                </a:solidFill>
                <a:latin typeface="Microsoft YaHei" panose="020B0503020204020204" pitchFamily="34" charset="-122"/>
              </a:rPr>
              <a:t>C</a:t>
            </a:r>
            <a:endParaRPr lang="zh-CN" altLang="en-US" sz="1600" b="1">
              <a:solidFill>
                <a:srgbClr val="2D6BA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936E2B78-E357-2B9B-9DA8-A7E70729E398}"/>
              </a:ext>
            </a:extLst>
          </p:cNvPr>
          <p:cNvSpPr/>
          <p:nvPr/>
        </p:nvSpPr>
        <p:spPr>
          <a:xfrm>
            <a:off x="1485900" y="952500"/>
            <a:ext cx="381000" cy="431800"/>
          </a:xfrm>
          <a:prstGeom prst="roundRect">
            <a:avLst/>
          </a:prstGeom>
          <a:solidFill>
            <a:srgbClr val="FFFFFF"/>
          </a:solidFill>
          <a:ln>
            <a:solidFill>
              <a:srgbClr val="2D6BA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8087CB9-9652-B754-A8E7-DEAE384DA0EF}"/>
              </a:ext>
            </a:extLst>
          </p:cNvPr>
          <p:cNvSpPr txBox="1"/>
          <p:nvPr/>
        </p:nvSpPr>
        <p:spPr>
          <a:xfrm>
            <a:off x="1511300" y="990600"/>
            <a:ext cx="330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600" b="1">
                <a:solidFill>
                  <a:srgbClr val="2D6BA4"/>
                </a:solidFill>
                <a:latin typeface="Microsoft YaHei" panose="020B0503020204020204" pitchFamily="34" charset="-122"/>
              </a:rPr>
              <a:t>D</a:t>
            </a:r>
            <a:endParaRPr lang="zh-CN" altLang="en-US" sz="1600" b="1">
              <a:solidFill>
                <a:srgbClr val="2D6BA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316BB187-55C8-9D03-9172-BBE26F2D8992}"/>
              </a:ext>
            </a:extLst>
          </p:cNvPr>
          <p:cNvSpPr/>
          <p:nvPr/>
        </p:nvSpPr>
        <p:spPr>
          <a:xfrm>
            <a:off x="1917700" y="952500"/>
            <a:ext cx="381000" cy="431800"/>
          </a:xfrm>
          <a:prstGeom prst="roundRect">
            <a:avLst/>
          </a:prstGeom>
          <a:solidFill>
            <a:srgbClr val="FFFFFF"/>
          </a:solidFill>
          <a:ln>
            <a:solidFill>
              <a:srgbClr val="C039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E9304B6-E11E-A6FB-5393-E9E9764B1053}"/>
              </a:ext>
            </a:extLst>
          </p:cNvPr>
          <p:cNvSpPr txBox="1"/>
          <p:nvPr/>
        </p:nvSpPr>
        <p:spPr>
          <a:xfrm>
            <a:off x="1943100" y="990600"/>
            <a:ext cx="330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600" b="1">
                <a:solidFill>
                  <a:srgbClr val="C0392B"/>
                </a:solidFill>
                <a:latin typeface="Microsoft YaHei" panose="020B0503020204020204" pitchFamily="34" charset="-122"/>
              </a:rPr>
              <a:t>E</a:t>
            </a:r>
            <a:endParaRPr lang="zh-CN" altLang="en-US" sz="1600" b="1">
              <a:solidFill>
                <a:srgbClr val="C039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35E3AB8A-8D44-A6CF-DEDB-F50B497890D4}"/>
              </a:ext>
            </a:extLst>
          </p:cNvPr>
          <p:cNvSpPr/>
          <p:nvPr/>
        </p:nvSpPr>
        <p:spPr>
          <a:xfrm>
            <a:off x="2349500" y="952500"/>
            <a:ext cx="381000" cy="431800"/>
          </a:xfrm>
          <a:prstGeom prst="roundRect">
            <a:avLst/>
          </a:prstGeom>
          <a:solidFill>
            <a:srgbClr val="FFFFFF"/>
          </a:solidFill>
          <a:ln>
            <a:solidFill>
              <a:srgbClr val="2D6BA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CAD4BC5-7D86-77C2-3CD5-796300846CDA}"/>
              </a:ext>
            </a:extLst>
          </p:cNvPr>
          <p:cNvSpPr txBox="1"/>
          <p:nvPr/>
        </p:nvSpPr>
        <p:spPr>
          <a:xfrm>
            <a:off x="2374900" y="990600"/>
            <a:ext cx="330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600" b="1">
                <a:solidFill>
                  <a:srgbClr val="2D6BA4"/>
                </a:solidFill>
                <a:latin typeface="Microsoft YaHei" panose="020B0503020204020204" pitchFamily="34" charset="-122"/>
              </a:rPr>
              <a:t>F</a:t>
            </a:r>
            <a:endParaRPr lang="zh-CN" altLang="en-US" sz="1600" b="1">
              <a:solidFill>
                <a:srgbClr val="2D6BA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981EAEAF-18AA-00A4-40E1-F7BFD8809A0A}"/>
              </a:ext>
            </a:extLst>
          </p:cNvPr>
          <p:cNvSpPr/>
          <p:nvPr/>
        </p:nvSpPr>
        <p:spPr>
          <a:xfrm>
            <a:off x="2781300" y="952500"/>
            <a:ext cx="381000" cy="431800"/>
          </a:xfrm>
          <a:prstGeom prst="roundRect">
            <a:avLst/>
          </a:prstGeom>
          <a:solidFill>
            <a:srgbClr val="FFFFFF"/>
          </a:solidFill>
          <a:ln>
            <a:solidFill>
              <a:srgbClr val="2D6BA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6FD93C5-EAD5-1429-1F49-AEFF77650D59}"/>
              </a:ext>
            </a:extLst>
          </p:cNvPr>
          <p:cNvSpPr txBox="1"/>
          <p:nvPr/>
        </p:nvSpPr>
        <p:spPr>
          <a:xfrm>
            <a:off x="2806700" y="990600"/>
            <a:ext cx="330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600" b="1">
                <a:solidFill>
                  <a:srgbClr val="2D6BA4"/>
                </a:solidFill>
                <a:latin typeface="Microsoft YaHei" panose="020B0503020204020204" pitchFamily="34" charset="-122"/>
              </a:rPr>
              <a:t>G</a:t>
            </a:r>
            <a:endParaRPr lang="zh-CN" altLang="en-US" sz="1600" b="1">
              <a:solidFill>
                <a:srgbClr val="2D6BA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C426DDB1-A0CA-D054-925C-791ED6DAE511}"/>
              </a:ext>
            </a:extLst>
          </p:cNvPr>
          <p:cNvSpPr/>
          <p:nvPr/>
        </p:nvSpPr>
        <p:spPr>
          <a:xfrm>
            <a:off x="3213100" y="952500"/>
            <a:ext cx="381000" cy="431800"/>
          </a:xfrm>
          <a:prstGeom prst="roundRect">
            <a:avLst/>
          </a:prstGeom>
          <a:solidFill>
            <a:srgbClr val="FFFFFF"/>
          </a:solidFill>
          <a:ln>
            <a:solidFill>
              <a:srgbClr val="2D6BA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BBB6244-CFFC-D827-6102-1894B09D0697}"/>
              </a:ext>
            </a:extLst>
          </p:cNvPr>
          <p:cNvSpPr txBox="1"/>
          <p:nvPr/>
        </p:nvSpPr>
        <p:spPr>
          <a:xfrm>
            <a:off x="3238500" y="990600"/>
            <a:ext cx="330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600" b="1">
                <a:solidFill>
                  <a:srgbClr val="2D6BA4"/>
                </a:solidFill>
                <a:latin typeface="Microsoft YaHei" panose="020B0503020204020204" pitchFamily="34" charset="-122"/>
              </a:rPr>
              <a:t>H</a:t>
            </a:r>
            <a:endParaRPr lang="zh-CN" altLang="en-US" sz="1600" b="1">
              <a:solidFill>
                <a:srgbClr val="2D6BA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A23EBB08-8E20-3942-0D25-4153C42F79AF}"/>
              </a:ext>
            </a:extLst>
          </p:cNvPr>
          <p:cNvSpPr/>
          <p:nvPr/>
        </p:nvSpPr>
        <p:spPr>
          <a:xfrm>
            <a:off x="3644900" y="952500"/>
            <a:ext cx="381000" cy="431800"/>
          </a:xfrm>
          <a:prstGeom prst="roundRect">
            <a:avLst/>
          </a:prstGeom>
          <a:solidFill>
            <a:srgbClr val="FFFFFF"/>
          </a:solidFill>
          <a:ln>
            <a:solidFill>
              <a:srgbClr val="C039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276B01A-0748-3A82-3B18-BB781EB7B44D}"/>
              </a:ext>
            </a:extLst>
          </p:cNvPr>
          <p:cNvSpPr txBox="1"/>
          <p:nvPr/>
        </p:nvSpPr>
        <p:spPr>
          <a:xfrm>
            <a:off x="3670300" y="990600"/>
            <a:ext cx="330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600" b="1">
                <a:solidFill>
                  <a:srgbClr val="C0392B"/>
                </a:solidFill>
                <a:latin typeface="Microsoft YaHei" panose="020B0503020204020204" pitchFamily="34" charset="-122"/>
              </a:rPr>
              <a:t>I</a:t>
            </a:r>
            <a:endParaRPr lang="zh-CN" altLang="en-US" sz="1600" b="1">
              <a:solidFill>
                <a:srgbClr val="C039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8E3D08C1-F37B-0672-B73B-527D403EE9AD}"/>
              </a:ext>
            </a:extLst>
          </p:cNvPr>
          <p:cNvSpPr/>
          <p:nvPr/>
        </p:nvSpPr>
        <p:spPr>
          <a:xfrm>
            <a:off x="4076700" y="952500"/>
            <a:ext cx="381000" cy="431800"/>
          </a:xfrm>
          <a:prstGeom prst="roundRect">
            <a:avLst/>
          </a:prstGeom>
          <a:solidFill>
            <a:srgbClr val="FFFFFF"/>
          </a:solidFill>
          <a:ln>
            <a:solidFill>
              <a:srgbClr val="2D6BA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4578F9B-DA12-8413-74E5-6F536805134C}"/>
              </a:ext>
            </a:extLst>
          </p:cNvPr>
          <p:cNvSpPr txBox="1"/>
          <p:nvPr/>
        </p:nvSpPr>
        <p:spPr>
          <a:xfrm>
            <a:off x="4102100" y="990600"/>
            <a:ext cx="330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600" b="1">
                <a:solidFill>
                  <a:srgbClr val="2D6BA4"/>
                </a:solidFill>
                <a:latin typeface="Microsoft YaHei" panose="020B0503020204020204" pitchFamily="34" charset="-122"/>
              </a:rPr>
              <a:t>J</a:t>
            </a:r>
            <a:endParaRPr lang="zh-CN" altLang="en-US" sz="1600" b="1">
              <a:solidFill>
                <a:srgbClr val="2D6BA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A681DD82-F4AA-6452-E114-79C9F860AA3F}"/>
              </a:ext>
            </a:extLst>
          </p:cNvPr>
          <p:cNvSpPr/>
          <p:nvPr/>
        </p:nvSpPr>
        <p:spPr>
          <a:xfrm>
            <a:off x="4508500" y="952500"/>
            <a:ext cx="381000" cy="431800"/>
          </a:xfrm>
          <a:prstGeom prst="roundRect">
            <a:avLst/>
          </a:prstGeom>
          <a:solidFill>
            <a:srgbClr val="FFFFFF"/>
          </a:solidFill>
          <a:ln>
            <a:solidFill>
              <a:srgbClr val="2D6BA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B86466A5-5CF0-D352-3F8C-F7ECD281BC3B}"/>
              </a:ext>
            </a:extLst>
          </p:cNvPr>
          <p:cNvSpPr txBox="1"/>
          <p:nvPr/>
        </p:nvSpPr>
        <p:spPr>
          <a:xfrm>
            <a:off x="4533900" y="990600"/>
            <a:ext cx="330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600" b="1">
                <a:solidFill>
                  <a:srgbClr val="2D6BA4"/>
                </a:solidFill>
                <a:latin typeface="Microsoft YaHei" panose="020B0503020204020204" pitchFamily="34" charset="-122"/>
              </a:rPr>
              <a:t>K</a:t>
            </a:r>
            <a:endParaRPr lang="zh-CN" altLang="en-US" sz="1600" b="1">
              <a:solidFill>
                <a:srgbClr val="2D6BA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AE71F76A-57F5-9E37-F0DD-4D022F944C58}"/>
              </a:ext>
            </a:extLst>
          </p:cNvPr>
          <p:cNvSpPr/>
          <p:nvPr/>
        </p:nvSpPr>
        <p:spPr>
          <a:xfrm>
            <a:off x="4940300" y="952500"/>
            <a:ext cx="381000" cy="431800"/>
          </a:xfrm>
          <a:prstGeom prst="roundRect">
            <a:avLst/>
          </a:prstGeom>
          <a:solidFill>
            <a:srgbClr val="FFFFFF"/>
          </a:solidFill>
          <a:ln>
            <a:solidFill>
              <a:srgbClr val="2D6BA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DF06C8E-93E6-D7D4-5F50-490CFC4F6E5A}"/>
              </a:ext>
            </a:extLst>
          </p:cNvPr>
          <p:cNvSpPr txBox="1"/>
          <p:nvPr/>
        </p:nvSpPr>
        <p:spPr>
          <a:xfrm>
            <a:off x="4965700" y="990600"/>
            <a:ext cx="330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600" b="1">
                <a:solidFill>
                  <a:srgbClr val="2D6BA4"/>
                </a:solidFill>
                <a:latin typeface="Microsoft YaHei" panose="020B0503020204020204" pitchFamily="34" charset="-122"/>
              </a:rPr>
              <a:t>L</a:t>
            </a:r>
            <a:endParaRPr lang="zh-CN" altLang="en-US" sz="1600" b="1">
              <a:solidFill>
                <a:srgbClr val="2D6BA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E0BB6581-F060-6A6D-3E60-D9AF16EF80EA}"/>
              </a:ext>
            </a:extLst>
          </p:cNvPr>
          <p:cNvSpPr/>
          <p:nvPr/>
        </p:nvSpPr>
        <p:spPr>
          <a:xfrm>
            <a:off x="5372100" y="952500"/>
            <a:ext cx="381000" cy="431800"/>
          </a:xfrm>
          <a:prstGeom prst="roundRect">
            <a:avLst/>
          </a:prstGeom>
          <a:solidFill>
            <a:srgbClr val="FFFFFF"/>
          </a:solidFill>
          <a:ln>
            <a:solidFill>
              <a:srgbClr val="2D6BA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C5570234-225B-47E9-F359-8AF0FCB5AAC7}"/>
              </a:ext>
            </a:extLst>
          </p:cNvPr>
          <p:cNvSpPr txBox="1"/>
          <p:nvPr/>
        </p:nvSpPr>
        <p:spPr>
          <a:xfrm>
            <a:off x="5397500" y="990600"/>
            <a:ext cx="330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600" b="1">
                <a:solidFill>
                  <a:srgbClr val="2D6BA4"/>
                </a:solidFill>
                <a:latin typeface="Microsoft YaHei" panose="020B0503020204020204" pitchFamily="34" charset="-122"/>
              </a:rPr>
              <a:t>M</a:t>
            </a:r>
            <a:endParaRPr lang="zh-CN" altLang="en-US" sz="1600" b="1">
              <a:solidFill>
                <a:srgbClr val="2D6BA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04BA1A0B-8AA1-B09C-0BB3-C502E26580BB}"/>
              </a:ext>
            </a:extLst>
          </p:cNvPr>
          <p:cNvSpPr/>
          <p:nvPr/>
        </p:nvSpPr>
        <p:spPr>
          <a:xfrm>
            <a:off x="5803900" y="952500"/>
            <a:ext cx="381000" cy="431800"/>
          </a:xfrm>
          <a:prstGeom prst="roundRect">
            <a:avLst/>
          </a:prstGeom>
          <a:solidFill>
            <a:srgbClr val="FFFFFF"/>
          </a:solidFill>
          <a:ln>
            <a:solidFill>
              <a:srgbClr val="2D6BA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231D7B0A-5562-6A22-6110-D25FB5B639E2}"/>
              </a:ext>
            </a:extLst>
          </p:cNvPr>
          <p:cNvSpPr txBox="1"/>
          <p:nvPr/>
        </p:nvSpPr>
        <p:spPr>
          <a:xfrm>
            <a:off x="5829300" y="990600"/>
            <a:ext cx="330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600" b="1">
                <a:solidFill>
                  <a:srgbClr val="2D6BA4"/>
                </a:solidFill>
                <a:latin typeface="Microsoft YaHei" panose="020B0503020204020204" pitchFamily="34" charset="-122"/>
              </a:rPr>
              <a:t>N</a:t>
            </a:r>
            <a:endParaRPr lang="zh-CN" altLang="en-US" sz="1600" b="1">
              <a:solidFill>
                <a:srgbClr val="2D6BA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A329019D-3B89-E756-FCB2-2434AB8528B0}"/>
              </a:ext>
            </a:extLst>
          </p:cNvPr>
          <p:cNvSpPr/>
          <p:nvPr/>
        </p:nvSpPr>
        <p:spPr>
          <a:xfrm>
            <a:off x="6235700" y="952500"/>
            <a:ext cx="381000" cy="431800"/>
          </a:xfrm>
          <a:prstGeom prst="roundRect">
            <a:avLst/>
          </a:prstGeom>
          <a:solidFill>
            <a:srgbClr val="FFFFFF"/>
          </a:solidFill>
          <a:ln>
            <a:solidFill>
              <a:srgbClr val="C039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C515AF14-312D-0BB0-84B6-82903907B7C2}"/>
              </a:ext>
            </a:extLst>
          </p:cNvPr>
          <p:cNvSpPr txBox="1"/>
          <p:nvPr/>
        </p:nvSpPr>
        <p:spPr>
          <a:xfrm>
            <a:off x="6261100" y="990600"/>
            <a:ext cx="330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600" b="1">
                <a:solidFill>
                  <a:srgbClr val="C0392B"/>
                </a:solidFill>
                <a:latin typeface="Microsoft YaHei" panose="020B0503020204020204" pitchFamily="34" charset="-122"/>
              </a:rPr>
              <a:t>O</a:t>
            </a:r>
            <a:endParaRPr lang="zh-CN" altLang="en-US" sz="1600" b="1">
              <a:solidFill>
                <a:srgbClr val="C039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811D2C02-1F4D-489D-6940-440864625B4E}"/>
              </a:ext>
            </a:extLst>
          </p:cNvPr>
          <p:cNvSpPr/>
          <p:nvPr/>
        </p:nvSpPr>
        <p:spPr>
          <a:xfrm>
            <a:off x="6667500" y="952500"/>
            <a:ext cx="381000" cy="431800"/>
          </a:xfrm>
          <a:prstGeom prst="roundRect">
            <a:avLst/>
          </a:prstGeom>
          <a:solidFill>
            <a:srgbClr val="FFFFFF"/>
          </a:solidFill>
          <a:ln>
            <a:solidFill>
              <a:srgbClr val="2D6BA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EEDC548C-FA8F-23F1-1586-4F41D0FF158D}"/>
              </a:ext>
            </a:extLst>
          </p:cNvPr>
          <p:cNvSpPr txBox="1"/>
          <p:nvPr/>
        </p:nvSpPr>
        <p:spPr>
          <a:xfrm>
            <a:off x="6692900" y="990600"/>
            <a:ext cx="330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600" b="1">
                <a:solidFill>
                  <a:srgbClr val="2D6BA4"/>
                </a:solidFill>
                <a:latin typeface="Microsoft YaHei" panose="020B0503020204020204" pitchFamily="34" charset="-122"/>
              </a:rPr>
              <a:t>P</a:t>
            </a:r>
            <a:endParaRPr lang="zh-CN" altLang="en-US" sz="1600" b="1">
              <a:solidFill>
                <a:srgbClr val="2D6BA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58DD896E-CFCB-0F69-1672-234F5C1F6B65}"/>
              </a:ext>
            </a:extLst>
          </p:cNvPr>
          <p:cNvSpPr/>
          <p:nvPr/>
        </p:nvSpPr>
        <p:spPr>
          <a:xfrm>
            <a:off x="7099300" y="952500"/>
            <a:ext cx="381000" cy="431800"/>
          </a:xfrm>
          <a:prstGeom prst="roundRect">
            <a:avLst/>
          </a:prstGeom>
          <a:solidFill>
            <a:srgbClr val="FFFFFF"/>
          </a:solidFill>
          <a:ln>
            <a:solidFill>
              <a:srgbClr val="2D6BA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1527D08B-896F-16D1-DF31-12406BCC9BE2}"/>
              </a:ext>
            </a:extLst>
          </p:cNvPr>
          <p:cNvSpPr txBox="1"/>
          <p:nvPr/>
        </p:nvSpPr>
        <p:spPr>
          <a:xfrm>
            <a:off x="7124700" y="990600"/>
            <a:ext cx="330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600" b="1">
                <a:solidFill>
                  <a:srgbClr val="2D6BA4"/>
                </a:solidFill>
                <a:latin typeface="Microsoft YaHei" panose="020B0503020204020204" pitchFamily="34" charset="-122"/>
              </a:rPr>
              <a:t>Q</a:t>
            </a:r>
            <a:endParaRPr lang="zh-CN" altLang="en-US" sz="1600" b="1">
              <a:solidFill>
                <a:srgbClr val="2D6BA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6ACA9224-024D-8E9B-F69E-CC1D00D5023B}"/>
              </a:ext>
            </a:extLst>
          </p:cNvPr>
          <p:cNvSpPr/>
          <p:nvPr/>
        </p:nvSpPr>
        <p:spPr>
          <a:xfrm>
            <a:off x="7531100" y="952500"/>
            <a:ext cx="381000" cy="431800"/>
          </a:xfrm>
          <a:prstGeom prst="roundRect">
            <a:avLst/>
          </a:prstGeom>
          <a:solidFill>
            <a:srgbClr val="FFFFFF"/>
          </a:solidFill>
          <a:ln>
            <a:solidFill>
              <a:srgbClr val="2D6BA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C0E32885-AC24-3552-6F04-631C173C4165}"/>
              </a:ext>
            </a:extLst>
          </p:cNvPr>
          <p:cNvSpPr txBox="1"/>
          <p:nvPr/>
        </p:nvSpPr>
        <p:spPr>
          <a:xfrm>
            <a:off x="7556500" y="990600"/>
            <a:ext cx="330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600" b="1">
                <a:solidFill>
                  <a:srgbClr val="2D6BA4"/>
                </a:solidFill>
                <a:latin typeface="Microsoft YaHei" panose="020B0503020204020204" pitchFamily="34" charset="-122"/>
              </a:rPr>
              <a:t>R</a:t>
            </a:r>
            <a:endParaRPr lang="zh-CN" altLang="en-US" sz="1600" b="1">
              <a:solidFill>
                <a:srgbClr val="2D6BA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B6E88A8B-9419-0131-3BA3-C62CA3B6C028}"/>
              </a:ext>
            </a:extLst>
          </p:cNvPr>
          <p:cNvSpPr/>
          <p:nvPr/>
        </p:nvSpPr>
        <p:spPr>
          <a:xfrm>
            <a:off x="7962900" y="952500"/>
            <a:ext cx="381000" cy="431800"/>
          </a:xfrm>
          <a:prstGeom prst="roundRect">
            <a:avLst/>
          </a:prstGeom>
          <a:solidFill>
            <a:srgbClr val="FFFFFF"/>
          </a:solidFill>
          <a:ln>
            <a:solidFill>
              <a:srgbClr val="2D6BA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BA367741-3380-790C-6671-5DF7808E1C11}"/>
              </a:ext>
            </a:extLst>
          </p:cNvPr>
          <p:cNvSpPr txBox="1"/>
          <p:nvPr/>
        </p:nvSpPr>
        <p:spPr>
          <a:xfrm>
            <a:off x="7988300" y="990600"/>
            <a:ext cx="330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600" b="1">
                <a:solidFill>
                  <a:srgbClr val="2D6BA4"/>
                </a:solidFill>
                <a:latin typeface="Microsoft YaHei" panose="020B0503020204020204" pitchFamily="34" charset="-122"/>
              </a:rPr>
              <a:t>S</a:t>
            </a:r>
            <a:endParaRPr lang="zh-CN" altLang="en-US" sz="1600" b="1">
              <a:solidFill>
                <a:srgbClr val="2D6BA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75809461-FE2A-E612-8498-A9A6F184C159}"/>
              </a:ext>
            </a:extLst>
          </p:cNvPr>
          <p:cNvSpPr/>
          <p:nvPr/>
        </p:nvSpPr>
        <p:spPr>
          <a:xfrm>
            <a:off x="8394700" y="952500"/>
            <a:ext cx="381000" cy="431800"/>
          </a:xfrm>
          <a:prstGeom prst="roundRect">
            <a:avLst/>
          </a:prstGeom>
          <a:solidFill>
            <a:srgbClr val="FFFFFF"/>
          </a:solidFill>
          <a:ln>
            <a:solidFill>
              <a:srgbClr val="2D6BA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8B91D9E8-7E5E-FC5E-7418-91A04DFD1D9A}"/>
              </a:ext>
            </a:extLst>
          </p:cNvPr>
          <p:cNvSpPr txBox="1"/>
          <p:nvPr/>
        </p:nvSpPr>
        <p:spPr>
          <a:xfrm>
            <a:off x="8420100" y="990600"/>
            <a:ext cx="330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600" b="1">
                <a:solidFill>
                  <a:srgbClr val="2D6BA4"/>
                </a:solidFill>
                <a:latin typeface="Microsoft YaHei" panose="020B0503020204020204" pitchFamily="34" charset="-122"/>
              </a:rPr>
              <a:t>T</a:t>
            </a:r>
            <a:endParaRPr lang="zh-CN" altLang="en-US" sz="1600" b="1">
              <a:solidFill>
                <a:srgbClr val="2D6BA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D3ACFB42-6380-320F-9221-33DB1CC611FA}"/>
              </a:ext>
            </a:extLst>
          </p:cNvPr>
          <p:cNvSpPr/>
          <p:nvPr/>
        </p:nvSpPr>
        <p:spPr>
          <a:xfrm>
            <a:off x="8826500" y="952500"/>
            <a:ext cx="381000" cy="431800"/>
          </a:xfrm>
          <a:prstGeom prst="roundRect">
            <a:avLst/>
          </a:prstGeom>
          <a:solidFill>
            <a:srgbClr val="FFFFFF"/>
          </a:solidFill>
          <a:ln>
            <a:solidFill>
              <a:srgbClr val="C039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2B4C56A0-7B89-DCC0-6A37-9EA6185882E3}"/>
              </a:ext>
            </a:extLst>
          </p:cNvPr>
          <p:cNvSpPr txBox="1"/>
          <p:nvPr/>
        </p:nvSpPr>
        <p:spPr>
          <a:xfrm>
            <a:off x="8851900" y="990600"/>
            <a:ext cx="330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600" b="1">
                <a:solidFill>
                  <a:srgbClr val="C0392B"/>
                </a:solidFill>
                <a:latin typeface="Microsoft YaHei" panose="020B0503020204020204" pitchFamily="34" charset="-122"/>
              </a:rPr>
              <a:t>U</a:t>
            </a:r>
            <a:endParaRPr lang="zh-CN" altLang="en-US" sz="1600" b="1">
              <a:solidFill>
                <a:srgbClr val="C039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9F8BDC34-7E93-4254-46E9-0B5CF8C5EE6E}"/>
              </a:ext>
            </a:extLst>
          </p:cNvPr>
          <p:cNvSpPr/>
          <p:nvPr/>
        </p:nvSpPr>
        <p:spPr>
          <a:xfrm>
            <a:off x="9258300" y="952500"/>
            <a:ext cx="381000" cy="431800"/>
          </a:xfrm>
          <a:prstGeom prst="roundRect">
            <a:avLst/>
          </a:prstGeom>
          <a:solidFill>
            <a:srgbClr val="FFFFFF"/>
          </a:solidFill>
          <a:ln>
            <a:solidFill>
              <a:srgbClr val="2D6BA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5092BF4B-EF57-2954-8846-4317688EACB9}"/>
              </a:ext>
            </a:extLst>
          </p:cNvPr>
          <p:cNvSpPr txBox="1"/>
          <p:nvPr/>
        </p:nvSpPr>
        <p:spPr>
          <a:xfrm>
            <a:off x="9283700" y="990600"/>
            <a:ext cx="330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600" b="1">
                <a:solidFill>
                  <a:srgbClr val="2D6BA4"/>
                </a:solidFill>
                <a:latin typeface="Microsoft YaHei" panose="020B0503020204020204" pitchFamily="34" charset="-122"/>
              </a:rPr>
              <a:t>V</a:t>
            </a:r>
            <a:endParaRPr lang="zh-CN" altLang="en-US" sz="1600" b="1">
              <a:solidFill>
                <a:srgbClr val="2D6BA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F931AC24-8F63-0B1C-6C7C-B28014A365DE}"/>
              </a:ext>
            </a:extLst>
          </p:cNvPr>
          <p:cNvSpPr/>
          <p:nvPr/>
        </p:nvSpPr>
        <p:spPr>
          <a:xfrm>
            <a:off x="9690100" y="952500"/>
            <a:ext cx="381000" cy="431800"/>
          </a:xfrm>
          <a:prstGeom prst="roundRect">
            <a:avLst/>
          </a:prstGeom>
          <a:solidFill>
            <a:srgbClr val="FFFFFF"/>
          </a:solidFill>
          <a:ln>
            <a:solidFill>
              <a:srgbClr val="2D6BA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07CB7022-64F7-F05E-AD69-3ECB0B564368}"/>
              </a:ext>
            </a:extLst>
          </p:cNvPr>
          <p:cNvSpPr txBox="1"/>
          <p:nvPr/>
        </p:nvSpPr>
        <p:spPr>
          <a:xfrm>
            <a:off x="9715500" y="990600"/>
            <a:ext cx="330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600" b="1">
                <a:solidFill>
                  <a:srgbClr val="2D6BA4"/>
                </a:solidFill>
                <a:latin typeface="Microsoft YaHei" panose="020B0503020204020204" pitchFamily="34" charset="-122"/>
              </a:rPr>
              <a:t>W</a:t>
            </a:r>
            <a:endParaRPr lang="zh-CN" altLang="en-US" sz="1600" b="1">
              <a:solidFill>
                <a:srgbClr val="2D6BA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187E9E2C-C907-A6D1-362A-F1DC95C9347E}"/>
              </a:ext>
            </a:extLst>
          </p:cNvPr>
          <p:cNvSpPr/>
          <p:nvPr/>
        </p:nvSpPr>
        <p:spPr>
          <a:xfrm>
            <a:off x="10121900" y="952500"/>
            <a:ext cx="381000" cy="431800"/>
          </a:xfrm>
          <a:prstGeom prst="roundRect">
            <a:avLst/>
          </a:prstGeom>
          <a:solidFill>
            <a:srgbClr val="FFFFFF"/>
          </a:solidFill>
          <a:ln>
            <a:solidFill>
              <a:srgbClr val="2D6BA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CB30EC70-AEF9-C470-CB50-83760D835BEC}"/>
              </a:ext>
            </a:extLst>
          </p:cNvPr>
          <p:cNvSpPr txBox="1"/>
          <p:nvPr/>
        </p:nvSpPr>
        <p:spPr>
          <a:xfrm>
            <a:off x="10147300" y="990600"/>
            <a:ext cx="330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600" b="1">
                <a:solidFill>
                  <a:srgbClr val="2D6BA4"/>
                </a:solidFill>
                <a:latin typeface="Microsoft YaHei" panose="020B0503020204020204" pitchFamily="34" charset="-122"/>
              </a:rPr>
              <a:t>X</a:t>
            </a:r>
            <a:endParaRPr lang="zh-CN" altLang="en-US" sz="1600" b="1">
              <a:solidFill>
                <a:srgbClr val="2D6BA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2C6ED818-683A-99D3-F762-C49BA8F6946C}"/>
              </a:ext>
            </a:extLst>
          </p:cNvPr>
          <p:cNvSpPr/>
          <p:nvPr/>
        </p:nvSpPr>
        <p:spPr>
          <a:xfrm>
            <a:off x="10553700" y="952500"/>
            <a:ext cx="381000" cy="431800"/>
          </a:xfrm>
          <a:prstGeom prst="roundRect">
            <a:avLst/>
          </a:prstGeom>
          <a:solidFill>
            <a:srgbClr val="FFFFFF"/>
          </a:solidFill>
          <a:ln>
            <a:solidFill>
              <a:srgbClr val="2D6BA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ECF97876-AF8D-8D9B-9906-7A393B94908B}"/>
              </a:ext>
            </a:extLst>
          </p:cNvPr>
          <p:cNvSpPr txBox="1"/>
          <p:nvPr/>
        </p:nvSpPr>
        <p:spPr>
          <a:xfrm>
            <a:off x="10579100" y="990600"/>
            <a:ext cx="330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600" b="1">
                <a:solidFill>
                  <a:srgbClr val="2D6BA4"/>
                </a:solidFill>
                <a:latin typeface="Microsoft YaHei" panose="020B0503020204020204" pitchFamily="34" charset="-122"/>
              </a:rPr>
              <a:t>Y</a:t>
            </a:r>
            <a:endParaRPr lang="zh-CN" altLang="en-US" sz="1600" b="1">
              <a:solidFill>
                <a:srgbClr val="2D6BA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05EA07CE-9564-1BF6-C41E-782A4A2128D3}"/>
              </a:ext>
            </a:extLst>
          </p:cNvPr>
          <p:cNvSpPr/>
          <p:nvPr/>
        </p:nvSpPr>
        <p:spPr>
          <a:xfrm>
            <a:off x="10985500" y="952500"/>
            <a:ext cx="381000" cy="431800"/>
          </a:xfrm>
          <a:prstGeom prst="roundRect">
            <a:avLst/>
          </a:prstGeom>
          <a:solidFill>
            <a:srgbClr val="FFFFFF"/>
          </a:solidFill>
          <a:ln>
            <a:solidFill>
              <a:srgbClr val="2D6BA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9204F091-D929-BED3-1541-670A8766B989}"/>
              </a:ext>
            </a:extLst>
          </p:cNvPr>
          <p:cNvSpPr txBox="1"/>
          <p:nvPr/>
        </p:nvSpPr>
        <p:spPr>
          <a:xfrm>
            <a:off x="11010900" y="990600"/>
            <a:ext cx="330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600" b="1">
                <a:solidFill>
                  <a:srgbClr val="2D6BA4"/>
                </a:solidFill>
                <a:latin typeface="Microsoft YaHei" panose="020B0503020204020204" pitchFamily="34" charset="-122"/>
              </a:rPr>
              <a:t>Z</a:t>
            </a:r>
            <a:endParaRPr lang="zh-CN" altLang="en-US" sz="1600" b="1">
              <a:solidFill>
                <a:srgbClr val="2D6BA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B76171F5-4D22-F679-54A9-88FEABC281CC}"/>
              </a:ext>
            </a:extLst>
          </p:cNvPr>
          <p:cNvSpPr/>
          <p:nvPr/>
        </p:nvSpPr>
        <p:spPr>
          <a:xfrm>
            <a:off x="190500" y="1524000"/>
            <a:ext cx="11684000" cy="355600"/>
          </a:xfrm>
          <a:prstGeom prst="rect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0E4EFB08-21FB-3E40-C802-B25FA24F0741}"/>
              </a:ext>
            </a:extLst>
          </p:cNvPr>
          <p:cNvSpPr txBox="1"/>
          <p:nvPr/>
        </p:nvSpPr>
        <p:spPr>
          <a:xfrm>
            <a:off x="254000" y="1562100"/>
            <a:ext cx="508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pt-BR" sz="1400" b="1">
                <a:solidFill>
                  <a:srgbClr val="FFFFFF"/>
                </a:solidFill>
                <a:latin typeface="Microsoft YaHei" panose="020B0503020204020204" pitchFamily="34" charset="-122"/>
              </a:rPr>
              <a:t>🔴 元音字母 </a:t>
            </a:r>
            <a:r>
              <a:rPr lang="pt-BR" altLang="zh-CN" sz="1400" b="1">
                <a:solidFill>
                  <a:srgbClr val="FFFFFF"/>
                </a:solidFill>
                <a:latin typeface="Microsoft YaHei" panose="020B0503020204020204" pitchFamily="34" charset="-122"/>
              </a:rPr>
              <a:t>A E I O U</a:t>
            </a:r>
            <a:endParaRPr lang="zh-CN" altLang="en-US" sz="14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8" name="矩形: 圆角 57">
            <a:extLst>
              <a:ext uri="{FF2B5EF4-FFF2-40B4-BE49-F238E27FC236}">
                <a16:creationId xmlns:a16="http://schemas.microsoft.com/office/drawing/2014/main" id="{D7983243-8C33-8C8E-480A-55CD17862EB6}"/>
              </a:ext>
            </a:extLst>
          </p:cNvPr>
          <p:cNvSpPr/>
          <p:nvPr/>
        </p:nvSpPr>
        <p:spPr>
          <a:xfrm>
            <a:off x="5334000" y="1524000"/>
            <a:ext cx="1143000" cy="355600"/>
          </a:xfrm>
          <a:prstGeom prst="roundRect">
            <a:avLst/>
          </a:prstGeom>
          <a:solidFill>
            <a:srgbClr val="FFFFFF"/>
          </a:solidFill>
          <a:ln>
            <a:solidFill>
              <a:srgbClr val="C039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EE0BA610-E1EB-81C8-6E75-1B5A23B5C6AA}"/>
              </a:ext>
            </a:extLst>
          </p:cNvPr>
          <p:cNvSpPr txBox="1"/>
          <p:nvPr/>
        </p:nvSpPr>
        <p:spPr>
          <a:xfrm>
            <a:off x="5359400" y="1562100"/>
            <a:ext cx="698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400" b="1">
                <a:solidFill>
                  <a:srgbClr val="C0392B"/>
                </a:solidFill>
                <a:latin typeface="Microsoft YaHei" panose="020B0503020204020204" pitchFamily="34" charset="-122"/>
              </a:rPr>
              <a:t>A</a:t>
            </a:r>
            <a:endParaRPr lang="zh-CN" altLang="en-US" sz="1400" b="1">
              <a:solidFill>
                <a:srgbClr val="C039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0" name="矩形: 圆角 59">
            <a:extLst>
              <a:ext uri="{FF2B5EF4-FFF2-40B4-BE49-F238E27FC236}">
                <a16:creationId xmlns:a16="http://schemas.microsoft.com/office/drawing/2014/main" id="{0C418091-3528-1D04-AFEC-EF7358959D45}"/>
              </a:ext>
            </a:extLst>
          </p:cNvPr>
          <p:cNvSpPr/>
          <p:nvPr/>
        </p:nvSpPr>
        <p:spPr>
          <a:xfrm>
            <a:off x="6604000" y="1524000"/>
            <a:ext cx="1143000" cy="355600"/>
          </a:xfrm>
          <a:prstGeom prst="roundRect">
            <a:avLst/>
          </a:prstGeom>
          <a:solidFill>
            <a:srgbClr val="FFFFFF"/>
          </a:solidFill>
          <a:ln>
            <a:solidFill>
              <a:srgbClr val="C039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1A013D3D-0044-2747-ED04-285A123C44F9}"/>
              </a:ext>
            </a:extLst>
          </p:cNvPr>
          <p:cNvSpPr txBox="1"/>
          <p:nvPr/>
        </p:nvSpPr>
        <p:spPr>
          <a:xfrm>
            <a:off x="6629400" y="1562100"/>
            <a:ext cx="698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400" b="1">
                <a:solidFill>
                  <a:srgbClr val="C0392B"/>
                </a:solidFill>
                <a:latin typeface="Microsoft YaHei" panose="020B0503020204020204" pitchFamily="34" charset="-122"/>
              </a:rPr>
              <a:t>E</a:t>
            </a:r>
            <a:endParaRPr lang="zh-CN" altLang="en-US" sz="1400" b="1">
              <a:solidFill>
                <a:srgbClr val="C039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2" name="矩形: 圆角 61">
            <a:extLst>
              <a:ext uri="{FF2B5EF4-FFF2-40B4-BE49-F238E27FC236}">
                <a16:creationId xmlns:a16="http://schemas.microsoft.com/office/drawing/2014/main" id="{38DD64B5-89E5-A188-8C8B-A0C8FFA3B183}"/>
              </a:ext>
            </a:extLst>
          </p:cNvPr>
          <p:cNvSpPr/>
          <p:nvPr/>
        </p:nvSpPr>
        <p:spPr>
          <a:xfrm>
            <a:off x="7874000" y="1524000"/>
            <a:ext cx="1143000" cy="355600"/>
          </a:xfrm>
          <a:prstGeom prst="roundRect">
            <a:avLst/>
          </a:prstGeom>
          <a:solidFill>
            <a:srgbClr val="FFFFFF"/>
          </a:solidFill>
          <a:ln>
            <a:solidFill>
              <a:srgbClr val="C039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70D0154C-F0C9-B2DA-3432-FA457FF00DF0}"/>
              </a:ext>
            </a:extLst>
          </p:cNvPr>
          <p:cNvSpPr txBox="1"/>
          <p:nvPr/>
        </p:nvSpPr>
        <p:spPr>
          <a:xfrm>
            <a:off x="7899400" y="1562100"/>
            <a:ext cx="698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400" b="1">
                <a:solidFill>
                  <a:srgbClr val="C0392B"/>
                </a:solidFill>
                <a:latin typeface="Microsoft YaHei" panose="020B0503020204020204" pitchFamily="34" charset="-122"/>
              </a:rPr>
              <a:t>I</a:t>
            </a:r>
            <a:endParaRPr lang="zh-CN" altLang="en-US" sz="1400" b="1">
              <a:solidFill>
                <a:srgbClr val="C039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4" name="矩形: 圆角 63">
            <a:extLst>
              <a:ext uri="{FF2B5EF4-FFF2-40B4-BE49-F238E27FC236}">
                <a16:creationId xmlns:a16="http://schemas.microsoft.com/office/drawing/2014/main" id="{4D325206-9FA0-8B26-3E01-EA8CF388E55A}"/>
              </a:ext>
            </a:extLst>
          </p:cNvPr>
          <p:cNvSpPr/>
          <p:nvPr/>
        </p:nvSpPr>
        <p:spPr>
          <a:xfrm>
            <a:off x="9144000" y="1524000"/>
            <a:ext cx="1143000" cy="355600"/>
          </a:xfrm>
          <a:prstGeom prst="roundRect">
            <a:avLst/>
          </a:prstGeom>
          <a:solidFill>
            <a:srgbClr val="FFFFFF"/>
          </a:solidFill>
          <a:ln>
            <a:solidFill>
              <a:srgbClr val="C039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7F1CD207-FDAC-26FC-8FE3-D5B113D8FE0A}"/>
              </a:ext>
            </a:extLst>
          </p:cNvPr>
          <p:cNvSpPr txBox="1"/>
          <p:nvPr/>
        </p:nvSpPr>
        <p:spPr>
          <a:xfrm>
            <a:off x="9169400" y="1562100"/>
            <a:ext cx="698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400" b="1">
                <a:solidFill>
                  <a:srgbClr val="C0392B"/>
                </a:solidFill>
                <a:latin typeface="Microsoft YaHei" panose="020B0503020204020204" pitchFamily="34" charset="-122"/>
              </a:rPr>
              <a:t>O</a:t>
            </a:r>
            <a:endParaRPr lang="zh-CN" altLang="en-US" sz="1400" b="1">
              <a:solidFill>
                <a:srgbClr val="C039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6" name="矩形: 圆角 65">
            <a:extLst>
              <a:ext uri="{FF2B5EF4-FFF2-40B4-BE49-F238E27FC236}">
                <a16:creationId xmlns:a16="http://schemas.microsoft.com/office/drawing/2014/main" id="{F88F0A12-EC6A-2B76-DADC-EB129087E2D5}"/>
              </a:ext>
            </a:extLst>
          </p:cNvPr>
          <p:cNvSpPr/>
          <p:nvPr/>
        </p:nvSpPr>
        <p:spPr>
          <a:xfrm>
            <a:off x="10414000" y="1524000"/>
            <a:ext cx="1143000" cy="355600"/>
          </a:xfrm>
          <a:prstGeom prst="roundRect">
            <a:avLst/>
          </a:prstGeom>
          <a:solidFill>
            <a:srgbClr val="FFFFFF"/>
          </a:solidFill>
          <a:ln>
            <a:solidFill>
              <a:srgbClr val="C039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12AEAFF6-433F-FDD0-DB81-D314A0CF503F}"/>
              </a:ext>
            </a:extLst>
          </p:cNvPr>
          <p:cNvSpPr txBox="1"/>
          <p:nvPr/>
        </p:nvSpPr>
        <p:spPr>
          <a:xfrm>
            <a:off x="10439400" y="1562100"/>
            <a:ext cx="698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400" b="1">
                <a:solidFill>
                  <a:srgbClr val="C0392B"/>
                </a:solidFill>
                <a:latin typeface="Microsoft YaHei" panose="020B0503020204020204" pitchFamily="34" charset="-122"/>
              </a:rPr>
              <a:t>U</a:t>
            </a:r>
            <a:endParaRPr lang="zh-CN" altLang="en-US" sz="1400" b="1">
              <a:solidFill>
                <a:srgbClr val="C039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0713D50A-1690-344C-14BC-724B46135DF6}"/>
              </a:ext>
            </a:extLst>
          </p:cNvPr>
          <p:cNvSpPr/>
          <p:nvPr/>
        </p:nvSpPr>
        <p:spPr>
          <a:xfrm>
            <a:off x="190500" y="2032000"/>
            <a:ext cx="11684000" cy="355600"/>
          </a:xfrm>
          <a:prstGeom prst="rect">
            <a:avLst/>
          </a:prstGeom>
          <a:solidFill>
            <a:srgbClr val="2D6BA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314600EA-0797-5393-250B-515DD6BD5287}"/>
              </a:ext>
            </a:extLst>
          </p:cNvPr>
          <p:cNvSpPr txBox="1"/>
          <p:nvPr/>
        </p:nvSpPr>
        <p:spPr>
          <a:xfrm>
            <a:off x="254000" y="2070100"/>
            <a:ext cx="508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400" b="1">
                <a:solidFill>
                  <a:srgbClr val="FFFFFF"/>
                </a:solidFill>
                <a:latin typeface="Microsoft YaHei" panose="020B0503020204020204" pitchFamily="34" charset="-122"/>
              </a:rPr>
              <a:t>🔵 辅音字母 </a:t>
            </a:r>
            <a:r>
              <a:rPr lang="en-US" altLang="zh-CN" sz="1400" b="1">
                <a:solidFill>
                  <a:srgbClr val="FFFFFF"/>
                </a:solidFill>
                <a:latin typeface="Microsoft YaHei" panose="020B0503020204020204" pitchFamily="34" charset="-122"/>
              </a:rPr>
              <a:t>— </a:t>
            </a:r>
            <a:r>
              <a:rPr lang="zh-CN" altLang="en-US" sz="1400" b="1">
                <a:solidFill>
                  <a:srgbClr val="FFFFFF"/>
                </a:solidFill>
                <a:latin typeface="Microsoft YaHei" panose="020B0503020204020204" pitchFamily="34" charset="-122"/>
              </a:rPr>
              <a:t/>
            </a:r>
          </a:p>
        </p:txBody>
      </p:sp>
      <p:sp>
        <p:nvSpPr>
          <p:cNvPr id="70" name="矩形: 圆角 69">
            <a:extLst>
              <a:ext uri="{FF2B5EF4-FFF2-40B4-BE49-F238E27FC236}">
                <a16:creationId xmlns:a16="http://schemas.microsoft.com/office/drawing/2014/main" id="{E8E83B7B-CBB6-F3B2-A012-587BF25A1330}"/>
              </a:ext>
            </a:extLst>
          </p:cNvPr>
          <p:cNvSpPr/>
          <p:nvPr/>
        </p:nvSpPr>
        <p:spPr>
          <a:xfrm>
            <a:off x="5334000" y="2032000"/>
            <a:ext cx="762000" cy="355600"/>
          </a:xfrm>
          <a:prstGeom prst="roundRect">
            <a:avLst/>
          </a:prstGeom>
          <a:solidFill>
            <a:srgbClr val="FFFFFF"/>
          </a:solidFill>
          <a:ln>
            <a:solidFill>
              <a:srgbClr val="2D6BA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48D18FA3-0291-D7FF-970B-450F52C5413E}"/>
              </a:ext>
            </a:extLst>
          </p:cNvPr>
          <p:cNvSpPr txBox="1"/>
          <p:nvPr/>
        </p:nvSpPr>
        <p:spPr>
          <a:xfrm>
            <a:off x="5359400" y="2070100"/>
            <a:ext cx="711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300" b="1">
                <a:solidFill>
                  <a:srgbClr val="2D6BA4"/>
                </a:solidFill>
                <a:latin typeface="Microsoft YaHei" panose="020B0503020204020204" pitchFamily="34" charset="-122"/>
              </a:rPr>
              <a:t>B</a:t>
            </a:r>
            <a:endParaRPr lang="zh-CN" altLang="en-US" sz="1300" b="1">
              <a:solidFill>
                <a:srgbClr val="2D6BA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2" name="矩形: 圆角 71">
            <a:extLst>
              <a:ext uri="{FF2B5EF4-FFF2-40B4-BE49-F238E27FC236}">
                <a16:creationId xmlns:a16="http://schemas.microsoft.com/office/drawing/2014/main" id="{E834AFA0-EA8B-A001-9ED0-DDB8C544C1BA}"/>
              </a:ext>
            </a:extLst>
          </p:cNvPr>
          <p:cNvSpPr/>
          <p:nvPr/>
        </p:nvSpPr>
        <p:spPr>
          <a:xfrm>
            <a:off x="6172200" y="2032000"/>
            <a:ext cx="762000" cy="355600"/>
          </a:xfrm>
          <a:prstGeom prst="roundRect">
            <a:avLst/>
          </a:prstGeom>
          <a:solidFill>
            <a:srgbClr val="FFFFFF"/>
          </a:solidFill>
          <a:ln>
            <a:solidFill>
              <a:srgbClr val="2D6BA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DBC70B54-6187-0A39-3309-A6921AB8A10B}"/>
              </a:ext>
            </a:extLst>
          </p:cNvPr>
          <p:cNvSpPr txBox="1"/>
          <p:nvPr/>
        </p:nvSpPr>
        <p:spPr>
          <a:xfrm>
            <a:off x="6197600" y="2070100"/>
            <a:ext cx="711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300" b="1">
                <a:solidFill>
                  <a:srgbClr val="2D6BA4"/>
                </a:solidFill>
                <a:latin typeface="Microsoft YaHei" panose="020B0503020204020204" pitchFamily="34" charset="-122"/>
              </a:rPr>
              <a:t>C</a:t>
            </a:r>
            <a:endParaRPr lang="zh-CN" altLang="en-US" sz="1300" b="1">
              <a:solidFill>
                <a:srgbClr val="2D6BA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4" name="矩形: 圆角 73">
            <a:extLst>
              <a:ext uri="{FF2B5EF4-FFF2-40B4-BE49-F238E27FC236}">
                <a16:creationId xmlns:a16="http://schemas.microsoft.com/office/drawing/2014/main" id="{64F6E7B0-3DFE-A9D9-1F10-6C1591D6F5AD}"/>
              </a:ext>
            </a:extLst>
          </p:cNvPr>
          <p:cNvSpPr/>
          <p:nvPr/>
        </p:nvSpPr>
        <p:spPr>
          <a:xfrm>
            <a:off x="7010400" y="2032000"/>
            <a:ext cx="762000" cy="355600"/>
          </a:xfrm>
          <a:prstGeom prst="roundRect">
            <a:avLst/>
          </a:prstGeom>
          <a:solidFill>
            <a:srgbClr val="FFFFFF"/>
          </a:solidFill>
          <a:ln>
            <a:solidFill>
              <a:srgbClr val="2D6BA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017CA6BE-85B6-968F-4EC7-81C4FC2AAA68}"/>
              </a:ext>
            </a:extLst>
          </p:cNvPr>
          <p:cNvSpPr txBox="1"/>
          <p:nvPr/>
        </p:nvSpPr>
        <p:spPr>
          <a:xfrm>
            <a:off x="7035800" y="2070100"/>
            <a:ext cx="711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300" b="1">
                <a:solidFill>
                  <a:srgbClr val="2D6BA4"/>
                </a:solidFill>
                <a:latin typeface="Microsoft YaHei" panose="020B0503020204020204" pitchFamily="34" charset="-122"/>
              </a:rPr>
              <a:t>D</a:t>
            </a:r>
            <a:endParaRPr lang="zh-CN" altLang="en-US" sz="1300" b="1">
              <a:solidFill>
                <a:srgbClr val="2D6BA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6" name="矩形: 圆角 75">
            <a:extLst>
              <a:ext uri="{FF2B5EF4-FFF2-40B4-BE49-F238E27FC236}">
                <a16:creationId xmlns:a16="http://schemas.microsoft.com/office/drawing/2014/main" id="{F6652807-5F43-9781-3A66-4BE0AC3B7E8E}"/>
              </a:ext>
            </a:extLst>
          </p:cNvPr>
          <p:cNvSpPr/>
          <p:nvPr/>
        </p:nvSpPr>
        <p:spPr>
          <a:xfrm>
            <a:off x="7848600" y="2032000"/>
            <a:ext cx="762000" cy="355600"/>
          </a:xfrm>
          <a:prstGeom prst="roundRect">
            <a:avLst/>
          </a:prstGeom>
          <a:solidFill>
            <a:srgbClr val="FFFFFF"/>
          </a:solidFill>
          <a:ln>
            <a:solidFill>
              <a:srgbClr val="2D6BA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375A2291-0CF5-31A3-DCF2-67220795EE75}"/>
              </a:ext>
            </a:extLst>
          </p:cNvPr>
          <p:cNvSpPr txBox="1"/>
          <p:nvPr/>
        </p:nvSpPr>
        <p:spPr>
          <a:xfrm>
            <a:off x="7874000" y="2070100"/>
            <a:ext cx="711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300" b="1">
                <a:solidFill>
                  <a:srgbClr val="2D6BA4"/>
                </a:solidFill>
                <a:latin typeface="Microsoft YaHei" panose="020B0503020204020204" pitchFamily="34" charset="-122"/>
              </a:rPr>
              <a:t>F</a:t>
            </a:r>
            <a:endParaRPr lang="zh-CN" altLang="en-US" sz="1300" b="1">
              <a:solidFill>
                <a:srgbClr val="2D6BA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8" name="矩形: 圆角 77">
            <a:extLst>
              <a:ext uri="{FF2B5EF4-FFF2-40B4-BE49-F238E27FC236}">
                <a16:creationId xmlns:a16="http://schemas.microsoft.com/office/drawing/2014/main" id="{EFA25520-E993-3237-1C25-4ACB14127E3C}"/>
              </a:ext>
            </a:extLst>
          </p:cNvPr>
          <p:cNvSpPr/>
          <p:nvPr/>
        </p:nvSpPr>
        <p:spPr>
          <a:xfrm>
            <a:off x="8686800" y="2032000"/>
            <a:ext cx="762000" cy="355600"/>
          </a:xfrm>
          <a:prstGeom prst="roundRect">
            <a:avLst/>
          </a:prstGeom>
          <a:solidFill>
            <a:srgbClr val="FFFFFF"/>
          </a:solidFill>
          <a:ln>
            <a:solidFill>
              <a:srgbClr val="2D6BA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B3F63674-C50A-11FE-8388-0DE9C5F1B079}"/>
              </a:ext>
            </a:extLst>
          </p:cNvPr>
          <p:cNvSpPr txBox="1"/>
          <p:nvPr/>
        </p:nvSpPr>
        <p:spPr>
          <a:xfrm>
            <a:off x="8712200" y="2070100"/>
            <a:ext cx="711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300" b="1">
                <a:solidFill>
                  <a:srgbClr val="2D6BA4"/>
                </a:solidFill>
                <a:latin typeface="Microsoft YaHei" panose="020B0503020204020204" pitchFamily="34" charset="-122"/>
              </a:rPr>
              <a:t>G</a:t>
            </a:r>
            <a:endParaRPr lang="zh-CN" altLang="en-US" sz="1300" b="1">
              <a:solidFill>
                <a:srgbClr val="2D6BA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0" name="矩形: 圆角 79">
            <a:extLst>
              <a:ext uri="{FF2B5EF4-FFF2-40B4-BE49-F238E27FC236}">
                <a16:creationId xmlns:a16="http://schemas.microsoft.com/office/drawing/2014/main" id="{FD75D48D-3FD0-6991-8837-9FFAD01FDA2E}"/>
              </a:ext>
            </a:extLst>
          </p:cNvPr>
          <p:cNvSpPr/>
          <p:nvPr/>
        </p:nvSpPr>
        <p:spPr>
          <a:xfrm>
            <a:off x="9525000" y="2032000"/>
            <a:ext cx="762000" cy="355600"/>
          </a:xfrm>
          <a:prstGeom prst="roundRect">
            <a:avLst/>
          </a:prstGeom>
          <a:solidFill>
            <a:srgbClr val="FFFFFF"/>
          </a:solidFill>
          <a:ln>
            <a:solidFill>
              <a:srgbClr val="2D6BA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9B3033E5-D6AC-1A05-44F7-D76410E3F2E3}"/>
              </a:ext>
            </a:extLst>
          </p:cNvPr>
          <p:cNvSpPr txBox="1"/>
          <p:nvPr/>
        </p:nvSpPr>
        <p:spPr>
          <a:xfrm>
            <a:off x="9550400" y="2070100"/>
            <a:ext cx="711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300" b="1">
                <a:solidFill>
                  <a:srgbClr val="2D6BA4"/>
                </a:solidFill>
                <a:latin typeface="Microsoft YaHei" panose="020B0503020204020204" pitchFamily="34" charset="-122"/>
              </a:rPr>
              <a:t>H</a:t>
            </a:r>
            <a:endParaRPr lang="zh-CN" altLang="en-US" sz="1300" b="1">
              <a:solidFill>
                <a:srgbClr val="2D6BA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2" name="矩形: 圆角 81">
            <a:extLst>
              <a:ext uri="{FF2B5EF4-FFF2-40B4-BE49-F238E27FC236}">
                <a16:creationId xmlns:a16="http://schemas.microsoft.com/office/drawing/2014/main" id="{3F4CC4AA-FD17-73CB-C6AD-50AD607B0228}"/>
              </a:ext>
            </a:extLst>
          </p:cNvPr>
          <p:cNvSpPr/>
          <p:nvPr/>
        </p:nvSpPr>
        <p:spPr>
          <a:xfrm>
            <a:off x="10363200" y="2032000"/>
            <a:ext cx="762000" cy="355600"/>
          </a:xfrm>
          <a:prstGeom prst="roundRect">
            <a:avLst/>
          </a:prstGeom>
          <a:solidFill>
            <a:srgbClr val="FFFFFF"/>
          </a:solidFill>
          <a:ln>
            <a:solidFill>
              <a:srgbClr val="2D6BA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50334288-2EA6-ABF4-DB27-CAF97AC4C048}"/>
              </a:ext>
            </a:extLst>
          </p:cNvPr>
          <p:cNvSpPr txBox="1"/>
          <p:nvPr/>
        </p:nvSpPr>
        <p:spPr>
          <a:xfrm>
            <a:off x="10388600" y="2070100"/>
            <a:ext cx="711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300" b="1">
                <a:solidFill>
                  <a:srgbClr val="2D6BA4"/>
                </a:solidFill>
                <a:latin typeface="Microsoft YaHei" panose="020B0503020204020204" pitchFamily="34" charset="-122"/>
              </a:rPr>
              <a:t>J</a:t>
            </a:r>
            <a:endParaRPr lang="zh-CN" altLang="en-US" sz="1300" b="1">
              <a:solidFill>
                <a:srgbClr val="2D6BA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4" name="矩形: 圆角 83">
            <a:extLst>
              <a:ext uri="{FF2B5EF4-FFF2-40B4-BE49-F238E27FC236}">
                <a16:creationId xmlns:a16="http://schemas.microsoft.com/office/drawing/2014/main" id="{266EA9F0-8BFF-94AA-79B8-E22EDA34321D}"/>
              </a:ext>
            </a:extLst>
          </p:cNvPr>
          <p:cNvSpPr/>
          <p:nvPr/>
        </p:nvSpPr>
        <p:spPr>
          <a:xfrm>
            <a:off x="5334000" y="2438400"/>
            <a:ext cx="762000" cy="355600"/>
          </a:xfrm>
          <a:prstGeom prst="roundRect">
            <a:avLst/>
          </a:prstGeom>
          <a:solidFill>
            <a:srgbClr val="FFFFFF"/>
          </a:solidFill>
          <a:ln>
            <a:solidFill>
              <a:srgbClr val="2D6BA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10CED5E4-5587-8877-3E94-894B273AD3B9}"/>
              </a:ext>
            </a:extLst>
          </p:cNvPr>
          <p:cNvSpPr txBox="1"/>
          <p:nvPr/>
        </p:nvSpPr>
        <p:spPr>
          <a:xfrm>
            <a:off x="5359400" y="2476500"/>
            <a:ext cx="711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300" b="1">
                <a:solidFill>
                  <a:srgbClr val="2D6BA4"/>
                </a:solidFill>
                <a:latin typeface="Microsoft YaHei" panose="020B0503020204020204" pitchFamily="34" charset="-122"/>
              </a:rPr>
              <a:t>K</a:t>
            </a:r>
            <a:endParaRPr lang="zh-CN" altLang="en-US" sz="1300" b="1">
              <a:solidFill>
                <a:srgbClr val="2D6BA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6" name="矩形: 圆角 85">
            <a:extLst>
              <a:ext uri="{FF2B5EF4-FFF2-40B4-BE49-F238E27FC236}">
                <a16:creationId xmlns:a16="http://schemas.microsoft.com/office/drawing/2014/main" id="{619FC153-5200-AC78-C4CC-E652A5820351}"/>
              </a:ext>
            </a:extLst>
          </p:cNvPr>
          <p:cNvSpPr/>
          <p:nvPr/>
        </p:nvSpPr>
        <p:spPr>
          <a:xfrm>
            <a:off x="6172200" y="2438400"/>
            <a:ext cx="762000" cy="355600"/>
          </a:xfrm>
          <a:prstGeom prst="roundRect">
            <a:avLst/>
          </a:prstGeom>
          <a:solidFill>
            <a:srgbClr val="FFFFFF"/>
          </a:solidFill>
          <a:ln>
            <a:solidFill>
              <a:srgbClr val="2D6BA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C4CB483B-6018-EAD7-8EBA-70BC5DEDF0B4}"/>
              </a:ext>
            </a:extLst>
          </p:cNvPr>
          <p:cNvSpPr txBox="1"/>
          <p:nvPr/>
        </p:nvSpPr>
        <p:spPr>
          <a:xfrm>
            <a:off x="6197600" y="2476500"/>
            <a:ext cx="711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300" b="1">
                <a:solidFill>
                  <a:srgbClr val="2D6BA4"/>
                </a:solidFill>
                <a:latin typeface="Microsoft YaHei" panose="020B0503020204020204" pitchFamily="34" charset="-122"/>
              </a:rPr>
              <a:t>L</a:t>
            </a:r>
            <a:endParaRPr lang="zh-CN" altLang="en-US" sz="1300" b="1">
              <a:solidFill>
                <a:srgbClr val="2D6BA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8" name="矩形: 圆角 87">
            <a:extLst>
              <a:ext uri="{FF2B5EF4-FFF2-40B4-BE49-F238E27FC236}">
                <a16:creationId xmlns:a16="http://schemas.microsoft.com/office/drawing/2014/main" id="{8186314A-F56B-6241-27BD-76A2D342EECF}"/>
              </a:ext>
            </a:extLst>
          </p:cNvPr>
          <p:cNvSpPr/>
          <p:nvPr/>
        </p:nvSpPr>
        <p:spPr>
          <a:xfrm>
            <a:off x="7010400" y="2438400"/>
            <a:ext cx="762000" cy="355600"/>
          </a:xfrm>
          <a:prstGeom prst="roundRect">
            <a:avLst/>
          </a:prstGeom>
          <a:solidFill>
            <a:srgbClr val="FFFFFF"/>
          </a:solidFill>
          <a:ln>
            <a:solidFill>
              <a:srgbClr val="2D6BA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A5AE1A19-4D44-E34B-A37F-A765812E5968}"/>
              </a:ext>
            </a:extLst>
          </p:cNvPr>
          <p:cNvSpPr txBox="1"/>
          <p:nvPr/>
        </p:nvSpPr>
        <p:spPr>
          <a:xfrm>
            <a:off x="7035800" y="2476500"/>
            <a:ext cx="711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300" b="1">
                <a:solidFill>
                  <a:srgbClr val="2D6BA4"/>
                </a:solidFill>
                <a:latin typeface="Microsoft YaHei" panose="020B0503020204020204" pitchFamily="34" charset="-122"/>
              </a:rPr>
              <a:t>M</a:t>
            </a:r>
            <a:endParaRPr lang="zh-CN" altLang="en-US" sz="1300" b="1">
              <a:solidFill>
                <a:srgbClr val="2D6BA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0" name="矩形: 圆角 89">
            <a:extLst>
              <a:ext uri="{FF2B5EF4-FFF2-40B4-BE49-F238E27FC236}">
                <a16:creationId xmlns:a16="http://schemas.microsoft.com/office/drawing/2014/main" id="{84CB8598-90AA-540D-8B64-C949A3B3ACB2}"/>
              </a:ext>
            </a:extLst>
          </p:cNvPr>
          <p:cNvSpPr/>
          <p:nvPr/>
        </p:nvSpPr>
        <p:spPr>
          <a:xfrm>
            <a:off x="7848600" y="2438400"/>
            <a:ext cx="762000" cy="355600"/>
          </a:xfrm>
          <a:prstGeom prst="roundRect">
            <a:avLst/>
          </a:prstGeom>
          <a:solidFill>
            <a:srgbClr val="FFFFFF"/>
          </a:solidFill>
          <a:ln>
            <a:solidFill>
              <a:srgbClr val="2D6BA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723C476F-DE8E-C18B-2461-4DADA1D864D4}"/>
              </a:ext>
            </a:extLst>
          </p:cNvPr>
          <p:cNvSpPr txBox="1"/>
          <p:nvPr/>
        </p:nvSpPr>
        <p:spPr>
          <a:xfrm>
            <a:off x="7874000" y="2476500"/>
            <a:ext cx="711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300" b="1">
                <a:solidFill>
                  <a:srgbClr val="2D6BA4"/>
                </a:solidFill>
                <a:latin typeface="Microsoft YaHei" panose="020B0503020204020204" pitchFamily="34" charset="-122"/>
              </a:rPr>
              <a:t>N</a:t>
            </a:r>
            <a:endParaRPr lang="zh-CN" altLang="en-US" sz="1300" b="1">
              <a:solidFill>
                <a:srgbClr val="2D6BA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2" name="矩形: 圆角 91">
            <a:extLst>
              <a:ext uri="{FF2B5EF4-FFF2-40B4-BE49-F238E27FC236}">
                <a16:creationId xmlns:a16="http://schemas.microsoft.com/office/drawing/2014/main" id="{82D0011A-CFDE-3CF8-E01D-C19C2895C0C5}"/>
              </a:ext>
            </a:extLst>
          </p:cNvPr>
          <p:cNvSpPr/>
          <p:nvPr/>
        </p:nvSpPr>
        <p:spPr>
          <a:xfrm>
            <a:off x="8686800" y="2438400"/>
            <a:ext cx="762000" cy="355600"/>
          </a:xfrm>
          <a:prstGeom prst="roundRect">
            <a:avLst/>
          </a:prstGeom>
          <a:solidFill>
            <a:srgbClr val="FFFFFF"/>
          </a:solidFill>
          <a:ln>
            <a:solidFill>
              <a:srgbClr val="2D6BA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EE9E2D4F-1103-B247-8DDC-045E03F190ED}"/>
              </a:ext>
            </a:extLst>
          </p:cNvPr>
          <p:cNvSpPr txBox="1"/>
          <p:nvPr/>
        </p:nvSpPr>
        <p:spPr>
          <a:xfrm>
            <a:off x="8712200" y="2476500"/>
            <a:ext cx="711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300" b="1">
                <a:solidFill>
                  <a:srgbClr val="2D6BA4"/>
                </a:solidFill>
                <a:latin typeface="Microsoft YaHei" panose="020B0503020204020204" pitchFamily="34" charset="-122"/>
              </a:rPr>
              <a:t>P</a:t>
            </a:r>
            <a:endParaRPr lang="zh-CN" altLang="en-US" sz="1300" b="1">
              <a:solidFill>
                <a:srgbClr val="2D6BA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4" name="矩形: 圆角 93">
            <a:extLst>
              <a:ext uri="{FF2B5EF4-FFF2-40B4-BE49-F238E27FC236}">
                <a16:creationId xmlns:a16="http://schemas.microsoft.com/office/drawing/2014/main" id="{43C8431C-4E18-15A3-3161-C7BF7786DB28}"/>
              </a:ext>
            </a:extLst>
          </p:cNvPr>
          <p:cNvSpPr/>
          <p:nvPr/>
        </p:nvSpPr>
        <p:spPr>
          <a:xfrm>
            <a:off x="9525000" y="2438400"/>
            <a:ext cx="762000" cy="355600"/>
          </a:xfrm>
          <a:prstGeom prst="roundRect">
            <a:avLst/>
          </a:prstGeom>
          <a:solidFill>
            <a:srgbClr val="FFFFFF"/>
          </a:solidFill>
          <a:ln>
            <a:solidFill>
              <a:srgbClr val="2D6BA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A830287B-4908-9C2B-E2C4-7624A123ABE3}"/>
              </a:ext>
            </a:extLst>
          </p:cNvPr>
          <p:cNvSpPr txBox="1"/>
          <p:nvPr/>
        </p:nvSpPr>
        <p:spPr>
          <a:xfrm>
            <a:off x="9550400" y="2476500"/>
            <a:ext cx="711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300" b="1">
                <a:solidFill>
                  <a:srgbClr val="2D6BA4"/>
                </a:solidFill>
                <a:latin typeface="Microsoft YaHei" panose="020B0503020204020204" pitchFamily="34" charset="-122"/>
              </a:rPr>
              <a:t>Q</a:t>
            </a:r>
            <a:endParaRPr lang="zh-CN" altLang="en-US" sz="1300" b="1">
              <a:solidFill>
                <a:srgbClr val="2D6BA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6" name="矩形: 圆角 95">
            <a:extLst>
              <a:ext uri="{FF2B5EF4-FFF2-40B4-BE49-F238E27FC236}">
                <a16:creationId xmlns:a16="http://schemas.microsoft.com/office/drawing/2014/main" id="{9A8C56E1-886B-FC72-5E1B-79500A5C7996}"/>
              </a:ext>
            </a:extLst>
          </p:cNvPr>
          <p:cNvSpPr/>
          <p:nvPr/>
        </p:nvSpPr>
        <p:spPr>
          <a:xfrm>
            <a:off x="10363200" y="2438400"/>
            <a:ext cx="762000" cy="355600"/>
          </a:xfrm>
          <a:prstGeom prst="roundRect">
            <a:avLst/>
          </a:prstGeom>
          <a:solidFill>
            <a:srgbClr val="FFFFFF"/>
          </a:solidFill>
          <a:ln>
            <a:solidFill>
              <a:srgbClr val="2D6BA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456145D2-C652-0E55-20C8-2734619544D5}"/>
              </a:ext>
            </a:extLst>
          </p:cNvPr>
          <p:cNvSpPr txBox="1"/>
          <p:nvPr/>
        </p:nvSpPr>
        <p:spPr>
          <a:xfrm>
            <a:off x="10388600" y="2476500"/>
            <a:ext cx="711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300" b="1">
                <a:solidFill>
                  <a:srgbClr val="2D6BA4"/>
                </a:solidFill>
                <a:latin typeface="Microsoft YaHei" panose="020B0503020204020204" pitchFamily="34" charset="-122"/>
              </a:rPr>
              <a:t>R</a:t>
            </a:r>
            <a:endParaRPr lang="zh-CN" altLang="en-US" sz="1300" b="1">
              <a:solidFill>
                <a:srgbClr val="2D6BA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8" name="矩形: 圆角 97">
            <a:extLst>
              <a:ext uri="{FF2B5EF4-FFF2-40B4-BE49-F238E27FC236}">
                <a16:creationId xmlns:a16="http://schemas.microsoft.com/office/drawing/2014/main" id="{68C4958A-F2C2-79FF-E97D-CD6AB0B4DE53}"/>
              </a:ext>
            </a:extLst>
          </p:cNvPr>
          <p:cNvSpPr/>
          <p:nvPr/>
        </p:nvSpPr>
        <p:spPr>
          <a:xfrm>
            <a:off x="5334000" y="2844800"/>
            <a:ext cx="762000" cy="355600"/>
          </a:xfrm>
          <a:prstGeom prst="roundRect">
            <a:avLst/>
          </a:prstGeom>
          <a:solidFill>
            <a:srgbClr val="FFFFFF"/>
          </a:solidFill>
          <a:ln>
            <a:solidFill>
              <a:srgbClr val="2D6BA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4F262A98-1AEA-892A-40C3-D4C22625EE02}"/>
              </a:ext>
            </a:extLst>
          </p:cNvPr>
          <p:cNvSpPr txBox="1"/>
          <p:nvPr/>
        </p:nvSpPr>
        <p:spPr>
          <a:xfrm>
            <a:off x="5359400" y="2882900"/>
            <a:ext cx="711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300" b="1">
                <a:solidFill>
                  <a:srgbClr val="2D6BA4"/>
                </a:solidFill>
                <a:latin typeface="Microsoft YaHei" panose="020B0503020204020204" pitchFamily="34" charset="-122"/>
              </a:rPr>
              <a:t>S</a:t>
            </a:r>
            <a:endParaRPr lang="zh-CN" altLang="en-US" sz="1300" b="1">
              <a:solidFill>
                <a:srgbClr val="2D6BA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0" name="矩形: 圆角 99">
            <a:extLst>
              <a:ext uri="{FF2B5EF4-FFF2-40B4-BE49-F238E27FC236}">
                <a16:creationId xmlns:a16="http://schemas.microsoft.com/office/drawing/2014/main" id="{5153E1D2-EA81-B0AF-7459-E2BFA5F6317D}"/>
              </a:ext>
            </a:extLst>
          </p:cNvPr>
          <p:cNvSpPr/>
          <p:nvPr/>
        </p:nvSpPr>
        <p:spPr>
          <a:xfrm>
            <a:off x="6172200" y="2844800"/>
            <a:ext cx="762000" cy="355600"/>
          </a:xfrm>
          <a:prstGeom prst="roundRect">
            <a:avLst/>
          </a:prstGeom>
          <a:solidFill>
            <a:srgbClr val="FFFFFF"/>
          </a:solidFill>
          <a:ln>
            <a:solidFill>
              <a:srgbClr val="2D6BA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E1120DA3-7477-7E50-5AC8-2BC9A4FEC5F8}"/>
              </a:ext>
            </a:extLst>
          </p:cNvPr>
          <p:cNvSpPr txBox="1"/>
          <p:nvPr/>
        </p:nvSpPr>
        <p:spPr>
          <a:xfrm>
            <a:off x="6197600" y="2882900"/>
            <a:ext cx="711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300" b="1">
                <a:solidFill>
                  <a:srgbClr val="2D6BA4"/>
                </a:solidFill>
                <a:latin typeface="Microsoft YaHei" panose="020B0503020204020204" pitchFamily="34" charset="-122"/>
              </a:rPr>
              <a:t>T</a:t>
            </a:r>
            <a:endParaRPr lang="zh-CN" altLang="en-US" sz="1300" b="1">
              <a:solidFill>
                <a:srgbClr val="2D6BA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2" name="矩形: 圆角 101">
            <a:extLst>
              <a:ext uri="{FF2B5EF4-FFF2-40B4-BE49-F238E27FC236}">
                <a16:creationId xmlns:a16="http://schemas.microsoft.com/office/drawing/2014/main" id="{FB620518-443C-C09D-CA1D-BC6AB503C5A2}"/>
              </a:ext>
            </a:extLst>
          </p:cNvPr>
          <p:cNvSpPr/>
          <p:nvPr/>
        </p:nvSpPr>
        <p:spPr>
          <a:xfrm>
            <a:off x="7010400" y="2844800"/>
            <a:ext cx="762000" cy="355600"/>
          </a:xfrm>
          <a:prstGeom prst="roundRect">
            <a:avLst/>
          </a:prstGeom>
          <a:solidFill>
            <a:srgbClr val="FFFFFF"/>
          </a:solidFill>
          <a:ln>
            <a:solidFill>
              <a:srgbClr val="2D6BA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3" name="文本框 102">
            <a:extLst>
              <a:ext uri="{FF2B5EF4-FFF2-40B4-BE49-F238E27FC236}">
                <a16:creationId xmlns:a16="http://schemas.microsoft.com/office/drawing/2014/main" id="{88DA748F-6A1C-CE32-4B4C-BE97874DC2DD}"/>
              </a:ext>
            </a:extLst>
          </p:cNvPr>
          <p:cNvSpPr txBox="1"/>
          <p:nvPr/>
        </p:nvSpPr>
        <p:spPr>
          <a:xfrm>
            <a:off x="7035800" y="2882900"/>
            <a:ext cx="711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300" b="1">
                <a:solidFill>
                  <a:srgbClr val="2D6BA4"/>
                </a:solidFill>
                <a:latin typeface="Microsoft YaHei" panose="020B0503020204020204" pitchFamily="34" charset="-122"/>
              </a:rPr>
              <a:t>V</a:t>
            </a:r>
            <a:endParaRPr lang="zh-CN" altLang="en-US" sz="1300" b="1">
              <a:solidFill>
                <a:srgbClr val="2D6BA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4" name="矩形: 圆角 103">
            <a:extLst>
              <a:ext uri="{FF2B5EF4-FFF2-40B4-BE49-F238E27FC236}">
                <a16:creationId xmlns:a16="http://schemas.microsoft.com/office/drawing/2014/main" id="{3DEF7620-DA06-B879-43FA-357877BA63F7}"/>
              </a:ext>
            </a:extLst>
          </p:cNvPr>
          <p:cNvSpPr/>
          <p:nvPr/>
        </p:nvSpPr>
        <p:spPr>
          <a:xfrm>
            <a:off x="7848600" y="2844800"/>
            <a:ext cx="762000" cy="355600"/>
          </a:xfrm>
          <a:prstGeom prst="roundRect">
            <a:avLst/>
          </a:prstGeom>
          <a:solidFill>
            <a:srgbClr val="FFFFFF"/>
          </a:solidFill>
          <a:ln>
            <a:solidFill>
              <a:srgbClr val="2D6BA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AB541411-8E0B-B18F-DA3A-6A9E2964B9E3}"/>
              </a:ext>
            </a:extLst>
          </p:cNvPr>
          <p:cNvSpPr txBox="1"/>
          <p:nvPr/>
        </p:nvSpPr>
        <p:spPr>
          <a:xfrm>
            <a:off x="7874000" y="2882900"/>
            <a:ext cx="711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300" b="1">
                <a:solidFill>
                  <a:srgbClr val="2D6BA4"/>
                </a:solidFill>
                <a:latin typeface="Microsoft YaHei" panose="020B0503020204020204" pitchFamily="34" charset="-122"/>
              </a:rPr>
              <a:t>W</a:t>
            </a:r>
            <a:endParaRPr lang="zh-CN" altLang="en-US" sz="1300" b="1">
              <a:solidFill>
                <a:srgbClr val="2D6BA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6" name="矩形: 圆角 105">
            <a:extLst>
              <a:ext uri="{FF2B5EF4-FFF2-40B4-BE49-F238E27FC236}">
                <a16:creationId xmlns:a16="http://schemas.microsoft.com/office/drawing/2014/main" id="{FEE36287-0A16-4DEC-B5B8-67A5E72504EA}"/>
              </a:ext>
            </a:extLst>
          </p:cNvPr>
          <p:cNvSpPr/>
          <p:nvPr/>
        </p:nvSpPr>
        <p:spPr>
          <a:xfrm>
            <a:off x="8686800" y="2844800"/>
            <a:ext cx="762000" cy="355600"/>
          </a:xfrm>
          <a:prstGeom prst="roundRect">
            <a:avLst/>
          </a:prstGeom>
          <a:solidFill>
            <a:srgbClr val="FFFFFF"/>
          </a:solidFill>
          <a:ln>
            <a:solidFill>
              <a:srgbClr val="2D6BA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7" name="文本框 106">
            <a:extLst>
              <a:ext uri="{FF2B5EF4-FFF2-40B4-BE49-F238E27FC236}">
                <a16:creationId xmlns:a16="http://schemas.microsoft.com/office/drawing/2014/main" id="{E2CEAA86-1AFA-4F8F-A4FE-5C4F296828BE}"/>
              </a:ext>
            </a:extLst>
          </p:cNvPr>
          <p:cNvSpPr txBox="1"/>
          <p:nvPr/>
        </p:nvSpPr>
        <p:spPr>
          <a:xfrm>
            <a:off x="8712200" y="2882900"/>
            <a:ext cx="711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300" b="1">
                <a:solidFill>
                  <a:srgbClr val="2D6BA4"/>
                </a:solidFill>
                <a:latin typeface="Microsoft YaHei" panose="020B0503020204020204" pitchFamily="34" charset="-122"/>
              </a:rPr>
              <a:t>X</a:t>
            </a:r>
            <a:endParaRPr lang="zh-CN" altLang="en-US" sz="1300" b="1">
              <a:solidFill>
                <a:srgbClr val="2D6BA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8" name="矩形: 圆角 107">
            <a:extLst>
              <a:ext uri="{FF2B5EF4-FFF2-40B4-BE49-F238E27FC236}">
                <a16:creationId xmlns:a16="http://schemas.microsoft.com/office/drawing/2014/main" id="{FCD21843-D107-E69F-A0CA-3DF2F62FEE3F}"/>
              </a:ext>
            </a:extLst>
          </p:cNvPr>
          <p:cNvSpPr/>
          <p:nvPr/>
        </p:nvSpPr>
        <p:spPr>
          <a:xfrm>
            <a:off x="9525000" y="2844800"/>
            <a:ext cx="762000" cy="355600"/>
          </a:xfrm>
          <a:prstGeom prst="roundRect">
            <a:avLst/>
          </a:prstGeom>
          <a:solidFill>
            <a:srgbClr val="FFFFFF"/>
          </a:solidFill>
          <a:ln>
            <a:solidFill>
              <a:srgbClr val="2D6BA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D2296CD7-4629-E75A-57C2-265329FC5D27}"/>
              </a:ext>
            </a:extLst>
          </p:cNvPr>
          <p:cNvSpPr txBox="1"/>
          <p:nvPr/>
        </p:nvSpPr>
        <p:spPr>
          <a:xfrm>
            <a:off x="9550400" y="2882900"/>
            <a:ext cx="711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300" b="1">
                <a:solidFill>
                  <a:srgbClr val="2D6BA4"/>
                </a:solidFill>
                <a:latin typeface="Microsoft YaHei" panose="020B0503020204020204" pitchFamily="34" charset="-122"/>
              </a:rPr>
              <a:t>Y</a:t>
            </a:r>
            <a:endParaRPr lang="zh-CN" altLang="en-US" sz="1300" b="1">
              <a:solidFill>
                <a:srgbClr val="2D6BA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0" name="矩形: 圆角 109">
            <a:extLst>
              <a:ext uri="{FF2B5EF4-FFF2-40B4-BE49-F238E27FC236}">
                <a16:creationId xmlns:a16="http://schemas.microsoft.com/office/drawing/2014/main" id="{2CDFA020-0107-ECC0-7E04-016774C97599}"/>
              </a:ext>
            </a:extLst>
          </p:cNvPr>
          <p:cNvSpPr/>
          <p:nvPr/>
        </p:nvSpPr>
        <p:spPr>
          <a:xfrm>
            <a:off x="10363200" y="2844800"/>
            <a:ext cx="762000" cy="355600"/>
          </a:xfrm>
          <a:prstGeom prst="roundRect">
            <a:avLst/>
          </a:prstGeom>
          <a:solidFill>
            <a:srgbClr val="FFFFFF"/>
          </a:solidFill>
          <a:ln>
            <a:solidFill>
              <a:srgbClr val="2D6BA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7FD655D1-958C-6635-A258-3A62FA140A08}"/>
              </a:ext>
            </a:extLst>
          </p:cNvPr>
          <p:cNvSpPr txBox="1"/>
          <p:nvPr/>
        </p:nvSpPr>
        <p:spPr>
          <a:xfrm>
            <a:off x="10388600" y="2882900"/>
            <a:ext cx="711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300" b="1">
                <a:solidFill>
                  <a:srgbClr val="2D6BA4"/>
                </a:solidFill>
                <a:latin typeface="Microsoft YaHei" panose="020B0503020204020204" pitchFamily="34" charset="-122"/>
              </a:rPr>
              <a:t>Z</a:t>
            </a:r>
            <a:endParaRPr lang="zh-CN" altLang="en-US" sz="1300" b="1">
              <a:solidFill>
                <a:srgbClr val="2D6BA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2" name="5-Point Star 111"/>
          <p:cNvSpPr/>
          <p:nvPr/>
        </p:nvSpPr>
        <p:spPr>
          <a:xfrm rot="9240000">
            <a:off x="2382369" y="6525305"/>
            <a:ext cx="200000" cy="200000"/>
          </a:xfrm>
          <a:prstGeom prst="star5">
            <a:avLst/>
          </a:prstGeom>
          <a:solidFill>
            <a:srgbClr val="4FC3F7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5-Point Star 112"/>
          <p:cNvSpPr/>
          <p:nvPr/>
        </p:nvSpPr>
        <p:spPr>
          <a:xfrm rot="9360000">
            <a:off x="11708748" y="4864964"/>
            <a:ext cx="200000" cy="200000"/>
          </a:xfrm>
          <a:prstGeom prst="star5">
            <a:avLst/>
          </a:prstGeom>
          <a:solidFill>
            <a:srgbClr val="4FC3F7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5-Point Star 113"/>
          <p:cNvSpPr/>
          <p:nvPr/>
        </p:nvSpPr>
        <p:spPr>
          <a:xfrm rot="600000">
            <a:off x="11860325" y="2984566"/>
            <a:ext cx="200000" cy="200000"/>
          </a:xfrm>
          <a:prstGeom prst="star5">
            <a:avLst/>
          </a:prstGeom>
          <a:solidFill>
            <a:srgbClr val="FF9F43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8909058" y="218252"/>
            <a:ext cx="116487" cy="116487"/>
          </a:xfrm>
          <a:prstGeom prst="ellipse">
            <a:avLst/>
          </a:prstGeom>
          <a:solidFill>
            <a:srgbClr val="B2EBF2">
              <a:alpha val="2305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1159477" y="6140635"/>
            <a:ext cx="74863" cy="74863"/>
          </a:xfrm>
          <a:prstGeom prst="ellipse">
            <a:avLst/>
          </a:prstGeom>
          <a:solidFill>
            <a:srgbClr val="FFE0B2">
              <a:alpha val="1987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5276589" y="3642556"/>
            <a:ext cx="67212" cy="67212"/>
          </a:xfrm>
          <a:prstGeom prst="ellipse">
            <a:avLst/>
          </a:prstGeom>
          <a:solidFill>
            <a:srgbClr val="B3E5FC">
              <a:alpha val="2041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1367795" y="4395379"/>
            <a:ext cx="114444" cy="114444"/>
          </a:xfrm>
          <a:prstGeom prst="ellipse">
            <a:avLst/>
          </a:prstGeom>
          <a:solidFill>
            <a:srgbClr val="FFE0B2">
              <a:alpha val="1578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6223036" y="3967603"/>
            <a:ext cx="143394" cy="143394"/>
          </a:xfrm>
          <a:prstGeom prst="ellipse">
            <a:avLst/>
          </a:prstGeom>
          <a:solidFill>
            <a:srgbClr val="E1BEE7">
              <a:alpha val="1979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5699479" y="5769463"/>
            <a:ext cx="107958" cy="107958"/>
          </a:xfrm>
          <a:prstGeom prst="ellipse">
            <a:avLst/>
          </a:prstGeom>
          <a:solidFill>
            <a:srgbClr val="FFCDD2">
              <a:alpha val="2959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5756067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lin ang="3600000" scaled="1"/>
          <a:gsLst>
            <a:gs pos="0">
              <a:srgbClr val="FEF9E7"/>
            </a:gs>
            <a:gs pos="30000">
              <a:srgbClr val="FDEBD0"/>
            </a:gs>
            <a:gs pos="70000">
              <a:srgbClr val="D6EAF8"/>
            </a:gs>
            <a:gs pos="100000">
              <a:srgbClr val="E8DAEF"/>
            </a:gs>
          </a:gsLst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AD4CA0D-A3F8-876E-0855-2F419E649129}"/>
              </a:ext>
            </a:extLst>
          </p:cNvPr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1A3C6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D4C2F67-FF17-3CDE-148D-644DF234F1F5}"/>
              </a:ext>
            </a:extLst>
          </p:cNvPr>
          <p:cNvSpPr txBox="1"/>
          <p:nvPr/>
        </p:nvSpPr>
        <p:spPr>
          <a:xfrm>
            <a:off x="254000" y="127000"/>
            <a:ext cx="762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2800" b="1">
                <a:solidFill>
                  <a:srgbClr val="FFFFFF"/>
                </a:solidFill>
                <a:latin typeface="Microsoft YaHei" panose="020B0503020204020204" pitchFamily="34" charset="-122"/>
              </a:rPr>
              <a:t>🔊 </a:t>
            </a:r>
            <a:r>
              <a:rPr lang="en-US" altLang="zh-CN" sz="2800" b="1">
                <a:solidFill>
                  <a:srgbClr val="FFFFFF"/>
                </a:solidFill>
                <a:latin typeface="Microsoft YaHei" panose="020B0503020204020204" pitchFamily="34" charset="-122"/>
              </a:rPr>
              <a:t>48</a:t>
            </a:r>
            <a:r>
              <a:rPr lang="zh-CN" altLang="en-US" sz="2800" b="1">
                <a:solidFill>
                  <a:srgbClr val="FFFFFF"/>
                </a:solidFill>
                <a:latin typeface="Microsoft YaHei" panose="020B0503020204020204" pitchFamily="34" charset="-122"/>
              </a:rPr>
              <a:t>个国际音标一览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4881C35-A632-B95A-3CFC-90203E26D66C}"/>
              </a:ext>
            </a:extLst>
          </p:cNvPr>
          <p:cNvSpPr/>
          <p:nvPr/>
        </p:nvSpPr>
        <p:spPr>
          <a:xfrm>
            <a:off x="254000" y="1016000"/>
            <a:ext cx="5588000" cy="2540000"/>
          </a:xfrm>
          <a:prstGeom prst="rect">
            <a:avLst/>
          </a:prstGeom>
          <a:solidFill>
            <a:srgbClr val="2D6BA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65257AF-D1E7-65D2-6E58-658473B8F415}"/>
              </a:ext>
            </a:extLst>
          </p:cNvPr>
          <p:cNvSpPr txBox="1"/>
          <p:nvPr/>
        </p:nvSpPr>
        <p:spPr>
          <a:xfrm>
            <a:off x="381000" y="1079500"/>
            <a:ext cx="5334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600" b="1">
                <a:solidFill>
                  <a:srgbClr val="FFFFFF"/>
                </a:solidFill>
                <a:latin typeface="Microsoft YaHei" panose="020B0503020204020204" pitchFamily="34" charset="-122"/>
              </a:rPr>
              <a:t>🌟 单元音 </a:t>
            </a:r>
            <a:r>
              <a:rPr lang="en-US" altLang="zh-CN" sz="1600" b="1">
                <a:solidFill>
                  <a:srgbClr val="FFFFFF"/>
                </a:solidFill>
                <a:latin typeface="Microsoft YaHei" panose="020B0503020204020204" pitchFamily="34" charset="-122"/>
              </a:rPr>
              <a:t>(12</a:t>
            </a:r>
            <a:r>
              <a:rPr lang="zh-CN" altLang="en-US" sz="1600" b="1">
                <a:solidFill>
                  <a:srgbClr val="FFFFFF"/>
                </a:solidFill>
                <a:latin typeface="Microsoft YaHei" panose="020B0503020204020204" pitchFamily="34" charset="-122"/>
              </a:rPr>
              <a:t>个</a:t>
            </a:r>
            <a:r>
              <a:rPr lang="en-US" altLang="zh-CN" sz="1600" b="1">
                <a:solidFill>
                  <a:srgbClr val="FFFFFF"/>
                </a:solidFill>
                <a:latin typeface="Microsoft YaHei" panose="020B0503020204020204" pitchFamily="34" charset="-122"/>
              </a:rPr>
              <a:t>)</a:t>
            </a:r>
            <a:endParaRPr lang="zh-CN" altLang="en-US" sz="16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C12A5F4-131F-5450-58E7-3B0C698EB8E6}"/>
              </a:ext>
            </a:extLst>
          </p:cNvPr>
          <p:cNvSpPr txBox="1"/>
          <p:nvPr/>
        </p:nvSpPr>
        <p:spPr>
          <a:xfrm>
            <a:off x="317500" y="1460500"/>
            <a:ext cx="127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500" b="1">
                <a:solidFill>
                  <a:srgbClr val="FFFFFF"/>
                </a:solidFill>
                <a:latin typeface="Microsoft YaHei" panose="020B0503020204020204" pitchFamily="34" charset="-122"/>
              </a:rPr>
              <a:t>[i:]</a:t>
            </a:r>
            <a:endParaRPr lang="zh-CN" altLang="en-US" sz="15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C1A968B-3477-DFCB-0615-6DA9340D6D34}"/>
              </a:ext>
            </a:extLst>
          </p:cNvPr>
          <p:cNvSpPr txBox="1"/>
          <p:nvPr/>
        </p:nvSpPr>
        <p:spPr>
          <a:xfrm>
            <a:off x="1651000" y="1460500"/>
            <a:ext cx="127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500" b="1">
                <a:solidFill>
                  <a:srgbClr val="FFFFFF"/>
                </a:solidFill>
                <a:latin typeface="Microsoft YaHei" panose="020B0503020204020204" pitchFamily="34" charset="-122"/>
              </a:rPr>
              <a:t>[ɪ]</a:t>
            </a:r>
            <a:endParaRPr lang="zh-CN" altLang="en-US" sz="15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0FE0188-6E0A-6A61-63A6-3E033474B111}"/>
              </a:ext>
            </a:extLst>
          </p:cNvPr>
          <p:cNvSpPr txBox="1"/>
          <p:nvPr/>
        </p:nvSpPr>
        <p:spPr>
          <a:xfrm>
            <a:off x="2984500" y="1460500"/>
            <a:ext cx="127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500" b="1">
                <a:solidFill>
                  <a:srgbClr val="FFFFFF"/>
                </a:solidFill>
                <a:latin typeface="Microsoft YaHei" panose="020B0503020204020204" pitchFamily="34" charset="-122"/>
              </a:rPr>
              <a:t>[e]</a:t>
            </a:r>
            <a:endParaRPr lang="zh-CN" altLang="en-US" sz="15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694D7B0-EED2-5E35-510E-34C9ADA8B439}"/>
              </a:ext>
            </a:extLst>
          </p:cNvPr>
          <p:cNvSpPr txBox="1"/>
          <p:nvPr/>
        </p:nvSpPr>
        <p:spPr>
          <a:xfrm>
            <a:off x="4318000" y="1460500"/>
            <a:ext cx="127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500" b="1">
                <a:solidFill>
                  <a:srgbClr val="FFFFFF"/>
                </a:solidFill>
                <a:latin typeface="Microsoft YaHei" panose="020B0503020204020204" pitchFamily="34" charset="-122"/>
              </a:rPr>
              <a:t>[æ]</a:t>
            </a:r>
            <a:endParaRPr lang="zh-CN" altLang="en-US" sz="15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D635049-35B8-BFB0-E343-9AF94C6A9710}"/>
              </a:ext>
            </a:extLst>
          </p:cNvPr>
          <p:cNvSpPr txBox="1"/>
          <p:nvPr/>
        </p:nvSpPr>
        <p:spPr>
          <a:xfrm>
            <a:off x="317500" y="1968500"/>
            <a:ext cx="127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500" b="1">
                <a:solidFill>
                  <a:srgbClr val="FFFFFF"/>
                </a:solidFill>
                <a:latin typeface="Microsoft YaHei" panose="020B0503020204020204" pitchFamily="34" charset="-122"/>
              </a:rPr>
              <a:t>[ɜ:]</a:t>
            </a:r>
            <a:endParaRPr lang="zh-CN" altLang="en-US" sz="15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838213E-9BD5-A634-F66D-8CE2B1B5BB97}"/>
              </a:ext>
            </a:extLst>
          </p:cNvPr>
          <p:cNvSpPr txBox="1"/>
          <p:nvPr/>
        </p:nvSpPr>
        <p:spPr>
          <a:xfrm>
            <a:off x="1651000" y="1968500"/>
            <a:ext cx="127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500" b="1">
                <a:solidFill>
                  <a:srgbClr val="FFFFFF"/>
                </a:solidFill>
                <a:latin typeface="Microsoft YaHei" panose="020B0503020204020204" pitchFamily="34" charset="-122"/>
              </a:rPr>
              <a:t>[ə]</a:t>
            </a:r>
            <a:endParaRPr lang="zh-CN" altLang="en-US" sz="15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31F8DFE-E8DD-3C44-1F37-BAB202C3DE6C}"/>
              </a:ext>
            </a:extLst>
          </p:cNvPr>
          <p:cNvSpPr txBox="1"/>
          <p:nvPr/>
        </p:nvSpPr>
        <p:spPr>
          <a:xfrm>
            <a:off x="2984500" y="1968500"/>
            <a:ext cx="127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500" b="1">
                <a:solidFill>
                  <a:srgbClr val="FFFFFF"/>
                </a:solidFill>
                <a:latin typeface="Microsoft YaHei" panose="020B0503020204020204" pitchFamily="34" charset="-122"/>
              </a:rPr>
              <a:t>[ʌ]</a:t>
            </a:r>
            <a:endParaRPr lang="zh-CN" altLang="en-US" sz="15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BC52F24-CB62-DA0E-FD77-50DF187D91BD}"/>
              </a:ext>
            </a:extLst>
          </p:cNvPr>
          <p:cNvSpPr txBox="1"/>
          <p:nvPr/>
        </p:nvSpPr>
        <p:spPr>
          <a:xfrm>
            <a:off x="4318000" y="1968500"/>
            <a:ext cx="127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500" b="1">
                <a:solidFill>
                  <a:srgbClr val="FFFFFF"/>
                </a:solidFill>
                <a:latin typeface="Microsoft YaHei" panose="020B0503020204020204" pitchFamily="34" charset="-122"/>
              </a:rPr>
              <a:t>[ɑ:]</a:t>
            </a:r>
            <a:endParaRPr lang="zh-CN" altLang="en-US" sz="15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067030A-8B59-514C-E8DD-467F8421B222}"/>
              </a:ext>
            </a:extLst>
          </p:cNvPr>
          <p:cNvSpPr txBox="1"/>
          <p:nvPr/>
        </p:nvSpPr>
        <p:spPr>
          <a:xfrm>
            <a:off x="317500" y="2476500"/>
            <a:ext cx="127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500" b="1">
                <a:solidFill>
                  <a:srgbClr val="FFFFFF"/>
                </a:solidFill>
                <a:latin typeface="Microsoft YaHei" panose="020B0503020204020204" pitchFamily="34" charset="-122"/>
              </a:rPr>
              <a:t>[ɒ]</a:t>
            </a:r>
            <a:endParaRPr lang="zh-CN" altLang="en-US" sz="15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69CB82D-5AE2-AD18-E612-3A21D8E12970}"/>
              </a:ext>
            </a:extLst>
          </p:cNvPr>
          <p:cNvSpPr txBox="1"/>
          <p:nvPr/>
        </p:nvSpPr>
        <p:spPr>
          <a:xfrm>
            <a:off x="1651000" y="2476500"/>
            <a:ext cx="127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500" b="1">
                <a:solidFill>
                  <a:srgbClr val="FFFFFF"/>
                </a:solidFill>
                <a:latin typeface="Microsoft YaHei" panose="020B0503020204020204" pitchFamily="34" charset="-122"/>
              </a:rPr>
              <a:t>[ɔ:]</a:t>
            </a:r>
            <a:endParaRPr lang="zh-CN" altLang="en-US" sz="15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EAC35BF-F48A-6BDA-EDDC-B8DC2BF787A4}"/>
              </a:ext>
            </a:extLst>
          </p:cNvPr>
          <p:cNvSpPr txBox="1"/>
          <p:nvPr/>
        </p:nvSpPr>
        <p:spPr>
          <a:xfrm>
            <a:off x="2984500" y="2476500"/>
            <a:ext cx="127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500" b="1">
                <a:solidFill>
                  <a:srgbClr val="FFFFFF"/>
                </a:solidFill>
                <a:latin typeface="Microsoft YaHei" panose="020B0503020204020204" pitchFamily="34" charset="-122"/>
              </a:rPr>
              <a:t>[u:]</a:t>
            </a:r>
            <a:endParaRPr lang="zh-CN" altLang="en-US" sz="15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4ADB132-82A5-0C65-B870-DE210E0A799E}"/>
              </a:ext>
            </a:extLst>
          </p:cNvPr>
          <p:cNvSpPr txBox="1"/>
          <p:nvPr/>
        </p:nvSpPr>
        <p:spPr>
          <a:xfrm>
            <a:off x="4318000" y="2476500"/>
            <a:ext cx="127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500" b="1">
                <a:solidFill>
                  <a:srgbClr val="FFFFFF"/>
                </a:solidFill>
                <a:latin typeface="Microsoft YaHei" panose="020B0503020204020204" pitchFamily="34" charset="-122"/>
              </a:rPr>
              <a:t>[ʊ]</a:t>
            </a:r>
            <a:endParaRPr lang="zh-CN" altLang="en-US" sz="15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250BA24-76D1-8D9B-209A-B6E74C6C67AD}"/>
              </a:ext>
            </a:extLst>
          </p:cNvPr>
          <p:cNvSpPr/>
          <p:nvPr/>
        </p:nvSpPr>
        <p:spPr>
          <a:xfrm>
            <a:off x="254000" y="3683000"/>
            <a:ext cx="5588000" cy="762000"/>
          </a:xfrm>
          <a:prstGeom prst="rect">
            <a:avLst/>
          </a:prstGeom>
          <a:solidFill>
            <a:srgbClr val="2D6BA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575FC7B-B48E-D169-8ADC-D217F0CE2022}"/>
              </a:ext>
            </a:extLst>
          </p:cNvPr>
          <p:cNvSpPr txBox="1"/>
          <p:nvPr/>
        </p:nvSpPr>
        <p:spPr>
          <a:xfrm>
            <a:off x="381000" y="3746500"/>
            <a:ext cx="5334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300">
                <a:solidFill>
                  <a:srgbClr val="FFFFFF"/>
                </a:solidFill>
                <a:latin typeface="Microsoft YaHei" panose="020B0503020204020204" pitchFamily="34" charset="-122"/>
              </a:rPr>
              <a:t>🌟 双元音 </a:t>
            </a:r>
            <a:r>
              <a:rPr lang="en-US" altLang="zh-CN" sz="1300">
                <a:solidFill>
                  <a:srgbClr val="FFFFFF"/>
                </a:solidFill>
                <a:latin typeface="Microsoft YaHei" panose="020B0503020204020204" pitchFamily="34" charset="-122"/>
              </a:rPr>
              <a:t>— [eɪ] [aɪ] [ɔɪ] [aʊ] [əʊ] [ɪə] [eə] [ʊə]</a:t>
            </a:r>
            <a:endParaRPr lang="zh-CN" altLang="en-US" sz="1300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C073CF4-4C7C-64C9-D685-683B515FB52E}"/>
              </a:ext>
            </a:extLst>
          </p:cNvPr>
          <p:cNvSpPr/>
          <p:nvPr/>
        </p:nvSpPr>
        <p:spPr>
          <a:xfrm>
            <a:off x="6223000" y="1016000"/>
            <a:ext cx="5715000" cy="3429000"/>
          </a:xfrm>
          <a:prstGeom prst="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ADEB400-D9E6-6621-286B-E8EE9D7CB395}"/>
              </a:ext>
            </a:extLst>
          </p:cNvPr>
          <p:cNvSpPr txBox="1"/>
          <p:nvPr/>
        </p:nvSpPr>
        <p:spPr>
          <a:xfrm>
            <a:off x="6350000" y="1079500"/>
            <a:ext cx="5461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600" b="1">
                <a:solidFill>
                  <a:srgbClr val="FFFFFF"/>
                </a:solidFill>
                <a:latin typeface="Microsoft YaHei" panose="020B0503020204020204" pitchFamily="34" charset="-122"/>
              </a:rPr>
              <a:t>🌟 辅音 </a:t>
            </a:r>
            <a:r>
              <a:rPr lang="en-US" altLang="zh-CN" sz="1600" b="1">
                <a:solidFill>
                  <a:srgbClr val="FFFFFF"/>
                </a:solidFill>
                <a:latin typeface="Microsoft YaHei" panose="020B0503020204020204" pitchFamily="34" charset="-122"/>
              </a:rPr>
              <a:t>(28</a:t>
            </a:r>
            <a:r>
              <a:rPr lang="zh-CN" altLang="en-US" sz="1600" b="1">
                <a:solidFill>
                  <a:srgbClr val="FFFFFF"/>
                </a:solidFill>
                <a:latin typeface="Microsoft YaHei" panose="020B0503020204020204" pitchFamily="34" charset="-122"/>
              </a:rPr>
              <a:t>个</a:t>
            </a:r>
            <a:r>
              <a:rPr lang="en-US" altLang="zh-CN" sz="1600" b="1">
                <a:solidFill>
                  <a:srgbClr val="FFFFFF"/>
                </a:solidFill>
                <a:latin typeface="Microsoft YaHei" panose="020B0503020204020204" pitchFamily="34" charset="-122"/>
              </a:rPr>
              <a:t>)</a:t>
            </a:r>
            <a:endParaRPr lang="zh-CN" altLang="en-US" sz="16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CFFF7E3B-7ABC-ECCA-DA8A-F1D28FBAEEDE}"/>
              </a:ext>
            </a:extLst>
          </p:cNvPr>
          <p:cNvSpPr/>
          <p:nvPr/>
        </p:nvSpPr>
        <p:spPr>
          <a:xfrm>
            <a:off x="6286500" y="1460500"/>
            <a:ext cx="1270000" cy="381000"/>
          </a:xfrm>
          <a:prstGeom prst="roundRect">
            <a:avLst/>
          </a:prstGeom>
          <a:solidFill>
            <a:srgbClr val="FFFFFF"/>
          </a:solidFill>
          <a:ln>
            <a:solidFill>
              <a:srgbClr val="27AE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700ACBC-2E65-117B-455A-06A02961BD64}"/>
              </a:ext>
            </a:extLst>
          </p:cNvPr>
          <p:cNvSpPr txBox="1"/>
          <p:nvPr/>
        </p:nvSpPr>
        <p:spPr>
          <a:xfrm>
            <a:off x="6311900" y="1498600"/>
            <a:ext cx="1219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200" b="1">
                <a:solidFill>
                  <a:srgbClr val="27AE60"/>
                </a:solidFill>
                <a:latin typeface="Microsoft YaHei" panose="020B0503020204020204" pitchFamily="34" charset="-122"/>
              </a:rPr>
              <a:t>[p]</a:t>
            </a:r>
            <a:endParaRPr lang="zh-CN" altLang="en-US" sz="1200" b="1">
              <a:solidFill>
                <a:srgbClr val="27AE6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6B212613-36EE-D514-679C-351C903CB6FC}"/>
              </a:ext>
            </a:extLst>
          </p:cNvPr>
          <p:cNvSpPr/>
          <p:nvPr/>
        </p:nvSpPr>
        <p:spPr>
          <a:xfrm>
            <a:off x="7683500" y="1460500"/>
            <a:ext cx="1270000" cy="381000"/>
          </a:xfrm>
          <a:prstGeom prst="roundRect">
            <a:avLst/>
          </a:prstGeom>
          <a:solidFill>
            <a:srgbClr val="FFFFFF"/>
          </a:solidFill>
          <a:ln>
            <a:solidFill>
              <a:srgbClr val="27AE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63BD64E-0FDB-7829-AD97-82E1E71528EC}"/>
              </a:ext>
            </a:extLst>
          </p:cNvPr>
          <p:cNvSpPr txBox="1"/>
          <p:nvPr/>
        </p:nvSpPr>
        <p:spPr>
          <a:xfrm>
            <a:off x="7708900" y="1498600"/>
            <a:ext cx="1219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200" b="1">
                <a:solidFill>
                  <a:srgbClr val="27AE60"/>
                </a:solidFill>
                <a:latin typeface="Microsoft YaHei" panose="020B0503020204020204" pitchFamily="34" charset="-122"/>
              </a:rPr>
              <a:t>[b]</a:t>
            </a:r>
            <a:endParaRPr lang="zh-CN" altLang="en-US" sz="1200" b="1">
              <a:solidFill>
                <a:srgbClr val="27AE6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425CDC84-52BD-91FD-DCB4-3A95D093C723}"/>
              </a:ext>
            </a:extLst>
          </p:cNvPr>
          <p:cNvSpPr/>
          <p:nvPr/>
        </p:nvSpPr>
        <p:spPr>
          <a:xfrm>
            <a:off x="9080500" y="1460500"/>
            <a:ext cx="1270000" cy="381000"/>
          </a:xfrm>
          <a:prstGeom prst="roundRect">
            <a:avLst/>
          </a:prstGeom>
          <a:solidFill>
            <a:srgbClr val="FFFFFF"/>
          </a:solidFill>
          <a:ln>
            <a:solidFill>
              <a:srgbClr val="27AE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340492F-9AAF-5539-E71A-3687B7CE48A6}"/>
              </a:ext>
            </a:extLst>
          </p:cNvPr>
          <p:cNvSpPr txBox="1"/>
          <p:nvPr/>
        </p:nvSpPr>
        <p:spPr>
          <a:xfrm>
            <a:off x="9105900" y="1498600"/>
            <a:ext cx="1219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200" b="1">
                <a:solidFill>
                  <a:srgbClr val="27AE60"/>
                </a:solidFill>
                <a:latin typeface="Microsoft YaHei" panose="020B0503020204020204" pitchFamily="34" charset="-122"/>
              </a:rPr>
              <a:t>[t]</a:t>
            </a:r>
            <a:endParaRPr lang="zh-CN" altLang="en-US" sz="1200" b="1">
              <a:solidFill>
                <a:srgbClr val="27AE6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0499C1EB-3452-18C6-1198-8CAFCDB86D01}"/>
              </a:ext>
            </a:extLst>
          </p:cNvPr>
          <p:cNvSpPr/>
          <p:nvPr/>
        </p:nvSpPr>
        <p:spPr>
          <a:xfrm>
            <a:off x="10477500" y="1460500"/>
            <a:ext cx="1270000" cy="381000"/>
          </a:xfrm>
          <a:prstGeom prst="roundRect">
            <a:avLst/>
          </a:prstGeom>
          <a:solidFill>
            <a:srgbClr val="FFFFFF"/>
          </a:solidFill>
          <a:ln>
            <a:solidFill>
              <a:srgbClr val="27AE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0DCEF62E-BFF9-4815-F5C2-5ECF58AD79A1}"/>
              </a:ext>
            </a:extLst>
          </p:cNvPr>
          <p:cNvSpPr txBox="1"/>
          <p:nvPr/>
        </p:nvSpPr>
        <p:spPr>
          <a:xfrm>
            <a:off x="10502900" y="1498600"/>
            <a:ext cx="1219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200" b="1">
                <a:solidFill>
                  <a:srgbClr val="27AE60"/>
                </a:solidFill>
                <a:latin typeface="Microsoft YaHei" panose="020B0503020204020204" pitchFamily="34" charset="-122"/>
              </a:rPr>
              <a:t>[d]</a:t>
            </a:r>
            <a:endParaRPr lang="zh-CN" altLang="en-US" sz="1200" b="1">
              <a:solidFill>
                <a:srgbClr val="27AE6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981D7767-F08D-303A-105D-6F80D4CF47C0}"/>
              </a:ext>
            </a:extLst>
          </p:cNvPr>
          <p:cNvSpPr/>
          <p:nvPr/>
        </p:nvSpPr>
        <p:spPr>
          <a:xfrm>
            <a:off x="6286500" y="1892300"/>
            <a:ext cx="1270000" cy="381000"/>
          </a:xfrm>
          <a:prstGeom prst="roundRect">
            <a:avLst/>
          </a:prstGeom>
          <a:solidFill>
            <a:srgbClr val="FFFFFF"/>
          </a:solidFill>
          <a:ln>
            <a:solidFill>
              <a:srgbClr val="27AE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C3DA80E3-FB07-2160-AF0A-A3B1B4F60C45}"/>
              </a:ext>
            </a:extLst>
          </p:cNvPr>
          <p:cNvSpPr txBox="1"/>
          <p:nvPr/>
        </p:nvSpPr>
        <p:spPr>
          <a:xfrm>
            <a:off x="6311900" y="1930400"/>
            <a:ext cx="1219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200" b="1">
                <a:solidFill>
                  <a:srgbClr val="27AE60"/>
                </a:solidFill>
                <a:latin typeface="Microsoft YaHei" panose="020B0503020204020204" pitchFamily="34" charset="-122"/>
              </a:rPr>
              <a:t>[k]</a:t>
            </a:r>
            <a:endParaRPr lang="zh-CN" altLang="en-US" sz="1200" b="1">
              <a:solidFill>
                <a:srgbClr val="27AE6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A0E37687-249A-A1AB-F493-490AB23BBCDE}"/>
              </a:ext>
            </a:extLst>
          </p:cNvPr>
          <p:cNvSpPr/>
          <p:nvPr/>
        </p:nvSpPr>
        <p:spPr>
          <a:xfrm>
            <a:off x="7683500" y="1892300"/>
            <a:ext cx="1270000" cy="381000"/>
          </a:xfrm>
          <a:prstGeom prst="roundRect">
            <a:avLst/>
          </a:prstGeom>
          <a:solidFill>
            <a:srgbClr val="FFFFFF"/>
          </a:solidFill>
          <a:ln>
            <a:solidFill>
              <a:srgbClr val="27AE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EF0312BE-C620-2FD4-7875-3D3551997094}"/>
              </a:ext>
            </a:extLst>
          </p:cNvPr>
          <p:cNvSpPr txBox="1"/>
          <p:nvPr/>
        </p:nvSpPr>
        <p:spPr>
          <a:xfrm>
            <a:off x="7708900" y="1930400"/>
            <a:ext cx="1219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200" b="1">
                <a:solidFill>
                  <a:srgbClr val="27AE60"/>
                </a:solidFill>
                <a:latin typeface="Microsoft YaHei" panose="020B0503020204020204" pitchFamily="34" charset="-122"/>
              </a:rPr>
              <a:t>[g]</a:t>
            </a:r>
            <a:endParaRPr lang="zh-CN" altLang="en-US" sz="1200" b="1">
              <a:solidFill>
                <a:srgbClr val="27AE6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B1C7D4B7-2A9C-D778-1235-9CC1F1AB743F}"/>
              </a:ext>
            </a:extLst>
          </p:cNvPr>
          <p:cNvSpPr/>
          <p:nvPr/>
        </p:nvSpPr>
        <p:spPr>
          <a:xfrm>
            <a:off x="9080500" y="1892300"/>
            <a:ext cx="1270000" cy="381000"/>
          </a:xfrm>
          <a:prstGeom prst="roundRect">
            <a:avLst/>
          </a:prstGeom>
          <a:solidFill>
            <a:srgbClr val="FFFFFF"/>
          </a:solidFill>
          <a:ln>
            <a:solidFill>
              <a:srgbClr val="27AE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79C75874-D25E-FA52-8B6E-8DF72D0BEA4E}"/>
              </a:ext>
            </a:extLst>
          </p:cNvPr>
          <p:cNvSpPr txBox="1"/>
          <p:nvPr/>
        </p:nvSpPr>
        <p:spPr>
          <a:xfrm>
            <a:off x="9105900" y="1930400"/>
            <a:ext cx="1219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200" b="1">
                <a:solidFill>
                  <a:srgbClr val="27AE60"/>
                </a:solidFill>
                <a:latin typeface="Microsoft YaHei" panose="020B0503020204020204" pitchFamily="34" charset="-122"/>
              </a:rPr>
              <a:t>[f]</a:t>
            </a:r>
            <a:endParaRPr lang="zh-CN" altLang="en-US" sz="1200" b="1">
              <a:solidFill>
                <a:srgbClr val="27AE6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3D7E7EBF-3CE0-B394-39ED-47A10D796BB2}"/>
              </a:ext>
            </a:extLst>
          </p:cNvPr>
          <p:cNvSpPr/>
          <p:nvPr/>
        </p:nvSpPr>
        <p:spPr>
          <a:xfrm>
            <a:off x="10477500" y="1892300"/>
            <a:ext cx="1270000" cy="381000"/>
          </a:xfrm>
          <a:prstGeom prst="roundRect">
            <a:avLst/>
          </a:prstGeom>
          <a:solidFill>
            <a:srgbClr val="FFFFFF"/>
          </a:solidFill>
          <a:ln>
            <a:solidFill>
              <a:srgbClr val="27AE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6497D432-1D65-8AAF-8BE1-8673FAB8EF6A}"/>
              </a:ext>
            </a:extLst>
          </p:cNvPr>
          <p:cNvSpPr txBox="1"/>
          <p:nvPr/>
        </p:nvSpPr>
        <p:spPr>
          <a:xfrm>
            <a:off x="10502900" y="1930400"/>
            <a:ext cx="1219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200" b="1">
                <a:solidFill>
                  <a:srgbClr val="27AE60"/>
                </a:solidFill>
                <a:latin typeface="Microsoft YaHei" panose="020B0503020204020204" pitchFamily="34" charset="-122"/>
              </a:rPr>
              <a:t>[v]</a:t>
            </a:r>
            <a:endParaRPr lang="zh-CN" altLang="en-US" sz="1200" b="1">
              <a:solidFill>
                <a:srgbClr val="27AE6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8B93CDFF-8751-15A7-9E2D-FC0CF7B451B2}"/>
              </a:ext>
            </a:extLst>
          </p:cNvPr>
          <p:cNvSpPr/>
          <p:nvPr/>
        </p:nvSpPr>
        <p:spPr>
          <a:xfrm>
            <a:off x="6286500" y="2324100"/>
            <a:ext cx="1270000" cy="381000"/>
          </a:xfrm>
          <a:prstGeom prst="roundRect">
            <a:avLst/>
          </a:prstGeom>
          <a:solidFill>
            <a:srgbClr val="FFFFFF"/>
          </a:solidFill>
          <a:ln>
            <a:solidFill>
              <a:srgbClr val="27AE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68AFF527-EEBF-A33D-2A2A-01B3DCB4D80E}"/>
              </a:ext>
            </a:extLst>
          </p:cNvPr>
          <p:cNvSpPr txBox="1"/>
          <p:nvPr/>
        </p:nvSpPr>
        <p:spPr>
          <a:xfrm>
            <a:off x="6311900" y="2362200"/>
            <a:ext cx="1219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200" b="1">
                <a:solidFill>
                  <a:srgbClr val="27AE60"/>
                </a:solidFill>
                <a:latin typeface="Microsoft YaHei" panose="020B0503020204020204" pitchFamily="34" charset="-122"/>
              </a:rPr>
              <a:t>[s]</a:t>
            </a:r>
            <a:endParaRPr lang="zh-CN" altLang="en-US" sz="1200" b="1">
              <a:solidFill>
                <a:srgbClr val="27AE6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CC33F420-ED68-4E09-E640-9101674C32CA}"/>
              </a:ext>
            </a:extLst>
          </p:cNvPr>
          <p:cNvSpPr/>
          <p:nvPr/>
        </p:nvSpPr>
        <p:spPr>
          <a:xfrm>
            <a:off x="7683500" y="2324100"/>
            <a:ext cx="1270000" cy="381000"/>
          </a:xfrm>
          <a:prstGeom prst="roundRect">
            <a:avLst/>
          </a:prstGeom>
          <a:solidFill>
            <a:srgbClr val="FFFFFF"/>
          </a:solidFill>
          <a:ln>
            <a:solidFill>
              <a:srgbClr val="27AE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0A64EC3E-6BE0-AE6C-B9D2-3CABBB114EFD}"/>
              </a:ext>
            </a:extLst>
          </p:cNvPr>
          <p:cNvSpPr txBox="1"/>
          <p:nvPr/>
        </p:nvSpPr>
        <p:spPr>
          <a:xfrm>
            <a:off x="7708900" y="2362200"/>
            <a:ext cx="1219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200" b="1">
                <a:solidFill>
                  <a:srgbClr val="27AE60"/>
                </a:solidFill>
                <a:latin typeface="Microsoft YaHei" panose="020B0503020204020204" pitchFamily="34" charset="-122"/>
              </a:rPr>
              <a:t>[z]</a:t>
            </a:r>
            <a:endParaRPr lang="zh-CN" altLang="en-US" sz="1200" b="1">
              <a:solidFill>
                <a:srgbClr val="27AE6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A4385BAF-7504-4669-8F59-4E815A292425}"/>
              </a:ext>
            </a:extLst>
          </p:cNvPr>
          <p:cNvSpPr/>
          <p:nvPr/>
        </p:nvSpPr>
        <p:spPr>
          <a:xfrm>
            <a:off x="9080500" y="2324100"/>
            <a:ext cx="1270000" cy="381000"/>
          </a:xfrm>
          <a:prstGeom prst="roundRect">
            <a:avLst/>
          </a:prstGeom>
          <a:solidFill>
            <a:srgbClr val="FFFFFF"/>
          </a:solidFill>
          <a:ln>
            <a:solidFill>
              <a:srgbClr val="27AE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6C70D309-303E-8956-710F-EB849FA1AC33}"/>
              </a:ext>
            </a:extLst>
          </p:cNvPr>
          <p:cNvSpPr txBox="1"/>
          <p:nvPr/>
        </p:nvSpPr>
        <p:spPr>
          <a:xfrm>
            <a:off x="9105900" y="2362200"/>
            <a:ext cx="1219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l-GR" altLang="zh-CN" sz="1200" b="1">
                <a:solidFill>
                  <a:srgbClr val="27AE60"/>
                </a:solidFill>
                <a:latin typeface="Microsoft YaHei" panose="020B0503020204020204" pitchFamily="34" charset="-122"/>
              </a:rPr>
              <a:t>[θ]</a:t>
            </a:r>
            <a:endParaRPr lang="zh-CN" altLang="en-US" sz="1200" b="1">
              <a:solidFill>
                <a:srgbClr val="27AE6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FE2AE7C7-C919-A320-4C30-B6E11E5472AA}"/>
              </a:ext>
            </a:extLst>
          </p:cNvPr>
          <p:cNvSpPr/>
          <p:nvPr/>
        </p:nvSpPr>
        <p:spPr>
          <a:xfrm>
            <a:off x="10477500" y="2324100"/>
            <a:ext cx="1270000" cy="381000"/>
          </a:xfrm>
          <a:prstGeom prst="roundRect">
            <a:avLst/>
          </a:prstGeom>
          <a:solidFill>
            <a:srgbClr val="FFFFFF"/>
          </a:solidFill>
          <a:ln>
            <a:solidFill>
              <a:srgbClr val="27AE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8443C263-14F5-2E55-BBD1-8DEE2D14D4C6}"/>
              </a:ext>
            </a:extLst>
          </p:cNvPr>
          <p:cNvSpPr txBox="1"/>
          <p:nvPr/>
        </p:nvSpPr>
        <p:spPr>
          <a:xfrm>
            <a:off x="10502900" y="2362200"/>
            <a:ext cx="1219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200" b="1">
                <a:solidFill>
                  <a:srgbClr val="27AE60"/>
                </a:solidFill>
                <a:latin typeface="Microsoft YaHei" panose="020B0503020204020204" pitchFamily="34" charset="-122"/>
              </a:rPr>
              <a:t>[ð]</a:t>
            </a:r>
            <a:endParaRPr lang="zh-CN" altLang="en-US" sz="1200" b="1">
              <a:solidFill>
                <a:srgbClr val="27AE6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25EABDD2-B74D-AA58-0A91-4B4431101EE9}"/>
              </a:ext>
            </a:extLst>
          </p:cNvPr>
          <p:cNvSpPr/>
          <p:nvPr/>
        </p:nvSpPr>
        <p:spPr>
          <a:xfrm>
            <a:off x="6286500" y="2755900"/>
            <a:ext cx="1270000" cy="381000"/>
          </a:xfrm>
          <a:prstGeom prst="roundRect">
            <a:avLst/>
          </a:prstGeom>
          <a:solidFill>
            <a:srgbClr val="FFFFFF"/>
          </a:solidFill>
          <a:ln>
            <a:solidFill>
              <a:srgbClr val="27AE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B192A50C-879E-A687-A8C2-4769701C45EE}"/>
              </a:ext>
            </a:extLst>
          </p:cNvPr>
          <p:cNvSpPr txBox="1"/>
          <p:nvPr/>
        </p:nvSpPr>
        <p:spPr>
          <a:xfrm>
            <a:off x="6311900" y="2794000"/>
            <a:ext cx="1219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200" b="1">
                <a:solidFill>
                  <a:srgbClr val="27AE60"/>
                </a:solidFill>
                <a:latin typeface="Microsoft YaHei" panose="020B0503020204020204" pitchFamily="34" charset="-122"/>
              </a:rPr>
              <a:t>[ʃ]</a:t>
            </a:r>
            <a:endParaRPr lang="zh-CN" altLang="en-US" sz="1200" b="1">
              <a:solidFill>
                <a:srgbClr val="27AE6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2F59EAF4-DE4B-1705-FA7A-75AAE271C50B}"/>
              </a:ext>
            </a:extLst>
          </p:cNvPr>
          <p:cNvSpPr/>
          <p:nvPr/>
        </p:nvSpPr>
        <p:spPr>
          <a:xfrm>
            <a:off x="7683500" y="2755900"/>
            <a:ext cx="1270000" cy="381000"/>
          </a:xfrm>
          <a:prstGeom prst="roundRect">
            <a:avLst/>
          </a:prstGeom>
          <a:solidFill>
            <a:srgbClr val="FFFFFF"/>
          </a:solidFill>
          <a:ln>
            <a:solidFill>
              <a:srgbClr val="27AE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D0349194-CF6B-E919-3E82-91BFFB93D1E1}"/>
              </a:ext>
            </a:extLst>
          </p:cNvPr>
          <p:cNvSpPr txBox="1"/>
          <p:nvPr/>
        </p:nvSpPr>
        <p:spPr>
          <a:xfrm>
            <a:off x="7708900" y="2794000"/>
            <a:ext cx="1219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200" b="1">
                <a:solidFill>
                  <a:srgbClr val="27AE60"/>
                </a:solidFill>
                <a:latin typeface="Microsoft YaHei" panose="020B0503020204020204" pitchFamily="34" charset="-122"/>
              </a:rPr>
              <a:t>[ʒ]</a:t>
            </a:r>
            <a:endParaRPr lang="zh-CN" altLang="en-US" sz="1200" b="1">
              <a:solidFill>
                <a:srgbClr val="27AE6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F3E42E4F-F1B9-2F3A-3AE0-D9D6B157FCEB}"/>
              </a:ext>
            </a:extLst>
          </p:cNvPr>
          <p:cNvSpPr/>
          <p:nvPr/>
        </p:nvSpPr>
        <p:spPr>
          <a:xfrm>
            <a:off x="9080500" y="2755900"/>
            <a:ext cx="1270000" cy="381000"/>
          </a:xfrm>
          <a:prstGeom prst="roundRect">
            <a:avLst/>
          </a:prstGeom>
          <a:solidFill>
            <a:srgbClr val="FFFFFF"/>
          </a:solidFill>
          <a:ln>
            <a:solidFill>
              <a:srgbClr val="27AE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B63A84EF-DC3E-9F32-945C-CF80285E9F95}"/>
              </a:ext>
            </a:extLst>
          </p:cNvPr>
          <p:cNvSpPr txBox="1"/>
          <p:nvPr/>
        </p:nvSpPr>
        <p:spPr>
          <a:xfrm>
            <a:off x="9105900" y="2794000"/>
            <a:ext cx="1219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200" b="1">
                <a:solidFill>
                  <a:srgbClr val="27AE60"/>
                </a:solidFill>
                <a:latin typeface="Microsoft YaHei" panose="020B0503020204020204" pitchFamily="34" charset="-122"/>
              </a:rPr>
              <a:t>[tʃ]</a:t>
            </a:r>
            <a:endParaRPr lang="zh-CN" altLang="en-US" sz="1200" b="1">
              <a:solidFill>
                <a:srgbClr val="27AE6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DD830B91-F55A-4551-4472-E47285E2B427}"/>
              </a:ext>
            </a:extLst>
          </p:cNvPr>
          <p:cNvSpPr/>
          <p:nvPr/>
        </p:nvSpPr>
        <p:spPr>
          <a:xfrm>
            <a:off x="10477500" y="2755900"/>
            <a:ext cx="1270000" cy="381000"/>
          </a:xfrm>
          <a:prstGeom prst="roundRect">
            <a:avLst/>
          </a:prstGeom>
          <a:solidFill>
            <a:srgbClr val="FFFFFF"/>
          </a:solidFill>
          <a:ln>
            <a:solidFill>
              <a:srgbClr val="27AE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9D073E9A-47CC-C4F6-DFAB-746BC764E904}"/>
              </a:ext>
            </a:extLst>
          </p:cNvPr>
          <p:cNvSpPr txBox="1"/>
          <p:nvPr/>
        </p:nvSpPr>
        <p:spPr>
          <a:xfrm>
            <a:off x="10502900" y="2794000"/>
            <a:ext cx="1219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200" b="1">
                <a:solidFill>
                  <a:srgbClr val="27AE60"/>
                </a:solidFill>
                <a:latin typeface="Microsoft YaHei" panose="020B0503020204020204" pitchFamily="34" charset="-122"/>
              </a:rPr>
              <a:t>[dʒ]</a:t>
            </a:r>
            <a:endParaRPr lang="zh-CN" altLang="en-US" sz="1200" b="1">
              <a:solidFill>
                <a:srgbClr val="27AE6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13B9F9A3-504B-AAB7-21DC-B0E8A9484429}"/>
              </a:ext>
            </a:extLst>
          </p:cNvPr>
          <p:cNvSpPr/>
          <p:nvPr/>
        </p:nvSpPr>
        <p:spPr>
          <a:xfrm>
            <a:off x="6286500" y="3187700"/>
            <a:ext cx="1270000" cy="381000"/>
          </a:xfrm>
          <a:prstGeom prst="roundRect">
            <a:avLst/>
          </a:prstGeom>
          <a:solidFill>
            <a:srgbClr val="FFFFFF"/>
          </a:solidFill>
          <a:ln>
            <a:solidFill>
              <a:srgbClr val="27AE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3E8B4D98-9B86-FD68-A2B8-F20009B42259}"/>
              </a:ext>
            </a:extLst>
          </p:cNvPr>
          <p:cNvSpPr txBox="1"/>
          <p:nvPr/>
        </p:nvSpPr>
        <p:spPr>
          <a:xfrm>
            <a:off x="6311900" y="3225800"/>
            <a:ext cx="1219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200" b="1">
                <a:solidFill>
                  <a:srgbClr val="27AE60"/>
                </a:solidFill>
                <a:latin typeface="Microsoft YaHei" panose="020B0503020204020204" pitchFamily="34" charset="-122"/>
              </a:rPr>
              <a:t>[tr]</a:t>
            </a:r>
            <a:endParaRPr lang="zh-CN" altLang="en-US" sz="1200" b="1">
              <a:solidFill>
                <a:srgbClr val="27AE6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9C449F6A-AE5D-EB8D-4519-E314B1CE2540}"/>
              </a:ext>
            </a:extLst>
          </p:cNvPr>
          <p:cNvSpPr/>
          <p:nvPr/>
        </p:nvSpPr>
        <p:spPr>
          <a:xfrm>
            <a:off x="7683500" y="3187700"/>
            <a:ext cx="1270000" cy="381000"/>
          </a:xfrm>
          <a:prstGeom prst="roundRect">
            <a:avLst/>
          </a:prstGeom>
          <a:solidFill>
            <a:srgbClr val="FFFFFF"/>
          </a:solidFill>
          <a:ln>
            <a:solidFill>
              <a:srgbClr val="27AE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DD97969B-AB0F-DA7A-75E9-5BD19A299FD1}"/>
              </a:ext>
            </a:extLst>
          </p:cNvPr>
          <p:cNvSpPr txBox="1"/>
          <p:nvPr/>
        </p:nvSpPr>
        <p:spPr>
          <a:xfrm>
            <a:off x="7708900" y="3225800"/>
            <a:ext cx="1219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200" b="1">
                <a:solidFill>
                  <a:srgbClr val="27AE60"/>
                </a:solidFill>
                <a:latin typeface="Microsoft YaHei" panose="020B0503020204020204" pitchFamily="34" charset="-122"/>
              </a:rPr>
              <a:t>[dr]</a:t>
            </a:r>
            <a:endParaRPr lang="zh-CN" altLang="en-US" sz="1200" b="1">
              <a:solidFill>
                <a:srgbClr val="27AE6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8" name="矩形: 圆角 57">
            <a:extLst>
              <a:ext uri="{FF2B5EF4-FFF2-40B4-BE49-F238E27FC236}">
                <a16:creationId xmlns:a16="http://schemas.microsoft.com/office/drawing/2014/main" id="{AA1457C5-66FB-4C03-F2CE-9EA7878FD428}"/>
              </a:ext>
            </a:extLst>
          </p:cNvPr>
          <p:cNvSpPr/>
          <p:nvPr/>
        </p:nvSpPr>
        <p:spPr>
          <a:xfrm>
            <a:off x="9080500" y="3187700"/>
            <a:ext cx="1270000" cy="381000"/>
          </a:xfrm>
          <a:prstGeom prst="roundRect">
            <a:avLst/>
          </a:prstGeom>
          <a:solidFill>
            <a:srgbClr val="FFFFFF"/>
          </a:solidFill>
          <a:ln>
            <a:solidFill>
              <a:srgbClr val="27AE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10A45457-9ABE-ADD2-ADEC-251833212A27}"/>
              </a:ext>
            </a:extLst>
          </p:cNvPr>
          <p:cNvSpPr txBox="1"/>
          <p:nvPr/>
        </p:nvSpPr>
        <p:spPr>
          <a:xfrm>
            <a:off x="9105900" y="3225800"/>
            <a:ext cx="1219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200" b="1">
                <a:solidFill>
                  <a:srgbClr val="27AE60"/>
                </a:solidFill>
                <a:latin typeface="Microsoft YaHei" panose="020B0503020204020204" pitchFamily="34" charset="-122"/>
              </a:rPr>
              <a:t>[ts]</a:t>
            </a:r>
            <a:endParaRPr lang="zh-CN" altLang="en-US" sz="1200" b="1">
              <a:solidFill>
                <a:srgbClr val="27AE6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0" name="矩形: 圆角 59">
            <a:extLst>
              <a:ext uri="{FF2B5EF4-FFF2-40B4-BE49-F238E27FC236}">
                <a16:creationId xmlns:a16="http://schemas.microsoft.com/office/drawing/2014/main" id="{38681D20-3CF8-EBB7-D438-5B97C51F2E45}"/>
              </a:ext>
            </a:extLst>
          </p:cNvPr>
          <p:cNvSpPr/>
          <p:nvPr/>
        </p:nvSpPr>
        <p:spPr>
          <a:xfrm>
            <a:off x="10477500" y="3187700"/>
            <a:ext cx="1270000" cy="381000"/>
          </a:xfrm>
          <a:prstGeom prst="roundRect">
            <a:avLst/>
          </a:prstGeom>
          <a:solidFill>
            <a:srgbClr val="FFFFFF"/>
          </a:solidFill>
          <a:ln>
            <a:solidFill>
              <a:srgbClr val="27AE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ED803A9B-169B-F8A8-D94D-59331D319A47}"/>
              </a:ext>
            </a:extLst>
          </p:cNvPr>
          <p:cNvSpPr txBox="1"/>
          <p:nvPr/>
        </p:nvSpPr>
        <p:spPr>
          <a:xfrm>
            <a:off x="10502900" y="3225800"/>
            <a:ext cx="1219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200" b="1">
                <a:solidFill>
                  <a:srgbClr val="27AE60"/>
                </a:solidFill>
                <a:latin typeface="Microsoft YaHei" panose="020B0503020204020204" pitchFamily="34" charset="-122"/>
              </a:rPr>
              <a:t>[dz]</a:t>
            </a:r>
            <a:endParaRPr lang="zh-CN" altLang="en-US" sz="1200" b="1">
              <a:solidFill>
                <a:srgbClr val="27AE6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2" name="矩形: 圆角 61">
            <a:extLst>
              <a:ext uri="{FF2B5EF4-FFF2-40B4-BE49-F238E27FC236}">
                <a16:creationId xmlns:a16="http://schemas.microsoft.com/office/drawing/2014/main" id="{4CE99FFB-A668-628D-6BE8-60E440AE525B}"/>
              </a:ext>
            </a:extLst>
          </p:cNvPr>
          <p:cNvSpPr/>
          <p:nvPr/>
        </p:nvSpPr>
        <p:spPr>
          <a:xfrm>
            <a:off x="6286500" y="3619500"/>
            <a:ext cx="1270000" cy="381000"/>
          </a:xfrm>
          <a:prstGeom prst="roundRect">
            <a:avLst/>
          </a:prstGeom>
          <a:solidFill>
            <a:srgbClr val="FFFFFF"/>
          </a:solidFill>
          <a:ln>
            <a:solidFill>
              <a:srgbClr val="27AE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770C5239-CD86-4E2F-08EA-5D6CAEDE83D8}"/>
              </a:ext>
            </a:extLst>
          </p:cNvPr>
          <p:cNvSpPr txBox="1"/>
          <p:nvPr/>
        </p:nvSpPr>
        <p:spPr>
          <a:xfrm>
            <a:off x="6311900" y="3657600"/>
            <a:ext cx="1219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200" b="1">
                <a:solidFill>
                  <a:srgbClr val="27AE60"/>
                </a:solidFill>
                <a:latin typeface="Microsoft YaHei" panose="020B0503020204020204" pitchFamily="34" charset="-122"/>
              </a:rPr>
              <a:t>[h]</a:t>
            </a:r>
            <a:endParaRPr lang="zh-CN" altLang="en-US" sz="1200" b="1">
              <a:solidFill>
                <a:srgbClr val="27AE6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4" name="矩形: 圆角 63">
            <a:extLst>
              <a:ext uri="{FF2B5EF4-FFF2-40B4-BE49-F238E27FC236}">
                <a16:creationId xmlns:a16="http://schemas.microsoft.com/office/drawing/2014/main" id="{F51DAC8A-0A17-70B7-FFA4-2347A22B7DC9}"/>
              </a:ext>
            </a:extLst>
          </p:cNvPr>
          <p:cNvSpPr/>
          <p:nvPr/>
        </p:nvSpPr>
        <p:spPr>
          <a:xfrm>
            <a:off x="7683500" y="3619500"/>
            <a:ext cx="1270000" cy="381000"/>
          </a:xfrm>
          <a:prstGeom prst="roundRect">
            <a:avLst/>
          </a:prstGeom>
          <a:solidFill>
            <a:srgbClr val="FFFFFF"/>
          </a:solidFill>
          <a:ln>
            <a:solidFill>
              <a:srgbClr val="27AE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28239CB6-377A-834D-629B-6D3CF82A23DC}"/>
              </a:ext>
            </a:extLst>
          </p:cNvPr>
          <p:cNvSpPr txBox="1"/>
          <p:nvPr/>
        </p:nvSpPr>
        <p:spPr>
          <a:xfrm>
            <a:off x="7708900" y="3657600"/>
            <a:ext cx="1219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200" b="1">
                <a:solidFill>
                  <a:srgbClr val="27AE60"/>
                </a:solidFill>
                <a:latin typeface="Microsoft YaHei" panose="020B0503020204020204" pitchFamily="34" charset="-122"/>
              </a:rPr>
              <a:t>[r]</a:t>
            </a:r>
            <a:endParaRPr lang="zh-CN" altLang="en-US" sz="1200" b="1">
              <a:solidFill>
                <a:srgbClr val="27AE6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6" name="矩形: 圆角 65">
            <a:extLst>
              <a:ext uri="{FF2B5EF4-FFF2-40B4-BE49-F238E27FC236}">
                <a16:creationId xmlns:a16="http://schemas.microsoft.com/office/drawing/2014/main" id="{C71D0CA6-4EB6-CF11-9E6A-AB468A1C5175}"/>
              </a:ext>
            </a:extLst>
          </p:cNvPr>
          <p:cNvSpPr/>
          <p:nvPr/>
        </p:nvSpPr>
        <p:spPr>
          <a:xfrm>
            <a:off x="9080500" y="3619500"/>
            <a:ext cx="1270000" cy="381000"/>
          </a:xfrm>
          <a:prstGeom prst="roundRect">
            <a:avLst/>
          </a:prstGeom>
          <a:solidFill>
            <a:srgbClr val="FFFFFF"/>
          </a:solidFill>
          <a:ln>
            <a:solidFill>
              <a:srgbClr val="27AE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1122D22D-71F3-365F-EC74-812F3A5E2F54}"/>
              </a:ext>
            </a:extLst>
          </p:cNvPr>
          <p:cNvSpPr txBox="1"/>
          <p:nvPr/>
        </p:nvSpPr>
        <p:spPr>
          <a:xfrm>
            <a:off x="9105900" y="3657600"/>
            <a:ext cx="1219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200" b="1">
                <a:solidFill>
                  <a:srgbClr val="27AE60"/>
                </a:solidFill>
                <a:latin typeface="Microsoft YaHei" panose="020B0503020204020204" pitchFamily="34" charset="-122"/>
              </a:rPr>
              <a:t>[m]</a:t>
            </a:r>
            <a:endParaRPr lang="zh-CN" altLang="en-US" sz="1200" b="1">
              <a:solidFill>
                <a:srgbClr val="27AE6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8" name="矩形: 圆角 67">
            <a:extLst>
              <a:ext uri="{FF2B5EF4-FFF2-40B4-BE49-F238E27FC236}">
                <a16:creationId xmlns:a16="http://schemas.microsoft.com/office/drawing/2014/main" id="{4C3C95C4-190C-12D8-C9B0-20A5DDAD2985}"/>
              </a:ext>
            </a:extLst>
          </p:cNvPr>
          <p:cNvSpPr/>
          <p:nvPr/>
        </p:nvSpPr>
        <p:spPr>
          <a:xfrm>
            <a:off x="10477500" y="3619500"/>
            <a:ext cx="1270000" cy="381000"/>
          </a:xfrm>
          <a:prstGeom prst="roundRect">
            <a:avLst/>
          </a:prstGeom>
          <a:solidFill>
            <a:srgbClr val="FFFFFF"/>
          </a:solidFill>
          <a:ln>
            <a:solidFill>
              <a:srgbClr val="27AE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7194FAAD-4185-23A5-3738-2C5084024DF2}"/>
              </a:ext>
            </a:extLst>
          </p:cNvPr>
          <p:cNvSpPr txBox="1"/>
          <p:nvPr/>
        </p:nvSpPr>
        <p:spPr>
          <a:xfrm>
            <a:off x="10502900" y="3657600"/>
            <a:ext cx="1219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200" b="1">
                <a:solidFill>
                  <a:srgbClr val="27AE60"/>
                </a:solidFill>
                <a:latin typeface="Microsoft YaHei" panose="020B0503020204020204" pitchFamily="34" charset="-122"/>
              </a:rPr>
              <a:t>[n]</a:t>
            </a:r>
            <a:endParaRPr lang="zh-CN" altLang="en-US" sz="1200" b="1">
              <a:solidFill>
                <a:srgbClr val="27AE6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0" name="矩形: 圆角 69">
            <a:extLst>
              <a:ext uri="{FF2B5EF4-FFF2-40B4-BE49-F238E27FC236}">
                <a16:creationId xmlns:a16="http://schemas.microsoft.com/office/drawing/2014/main" id="{40A40557-C446-FBF5-B756-1785C5320739}"/>
              </a:ext>
            </a:extLst>
          </p:cNvPr>
          <p:cNvSpPr/>
          <p:nvPr/>
        </p:nvSpPr>
        <p:spPr>
          <a:xfrm>
            <a:off x="6286500" y="4051300"/>
            <a:ext cx="1270000" cy="381000"/>
          </a:xfrm>
          <a:prstGeom prst="roundRect">
            <a:avLst/>
          </a:prstGeom>
          <a:solidFill>
            <a:srgbClr val="FFFFFF"/>
          </a:solidFill>
          <a:ln>
            <a:solidFill>
              <a:srgbClr val="27AE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739EDBD0-1A07-AF78-862E-389D1A124B25}"/>
              </a:ext>
            </a:extLst>
          </p:cNvPr>
          <p:cNvSpPr txBox="1"/>
          <p:nvPr/>
        </p:nvSpPr>
        <p:spPr>
          <a:xfrm>
            <a:off x="6311900" y="4089400"/>
            <a:ext cx="1219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200" b="1">
                <a:solidFill>
                  <a:srgbClr val="27AE60"/>
                </a:solidFill>
                <a:latin typeface="Microsoft YaHei" panose="020B0503020204020204" pitchFamily="34" charset="-122"/>
              </a:rPr>
              <a:t>[ŋ]</a:t>
            </a:r>
            <a:endParaRPr lang="zh-CN" altLang="en-US" sz="1200" b="1">
              <a:solidFill>
                <a:srgbClr val="27AE6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2" name="矩形: 圆角 71">
            <a:extLst>
              <a:ext uri="{FF2B5EF4-FFF2-40B4-BE49-F238E27FC236}">
                <a16:creationId xmlns:a16="http://schemas.microsoft.com/office/drawing/2014/main" id="{C6FE5422-1DB8-F29F-68DA-99D490F73427}"/>
              </a:ext>
            </a:extLst>
          </p:cNvPr>
          <p:cNvSpPr/>
          <p:nvPr/>
        </p:nvSpPr>
        <p:spPr>
          <a:xfrm>
            <a:off x="7683500" y="4051300"/>
            <a:ext cx="1270000" cy="381000"/>
          </a:xfrm>
          <a:prstGeom prst="roundRect">
            <a:avLst/>
          </a:prstGeom>
          <a:solidFill>
            <a:srgbClr val="FFFFFF"/>
          </a:solidFill>
          <a:ln>
            <a:solidFill>
              <a:srgbClr val="27AE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896CA3EC-8305-CC15-FB59-3E6532D85723}"/>
              </a:ext>
            </a:extLst>
          </p:cNvPr>
          <p:cNvSpPr txBox="1"/>
          <p:nvPr/>
        </p:nvSpPr>
        <p:spPr>
          <a:xfrm>
            <a:off x="7708900" y="4089400"/>
            <a:ext cx="1219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200" b="1">
                <a:solidFill>
                  <a:srgbClr val="27AE60"/>
                </a:solidFill>
                <a:latin typeface="Microsoft YaHei" panose="020B0503020204020204" pitchFamily="34" charset="-122"/>
              </a:rPr>
              <a:t>[l]</a:t>
            </a:r>
            <a:endParaRPr lang="zh-CN" altLang="en-US" sz="1200" b="1">
              <a:solidFill>
                <a:srgbClr val="27AE6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4" name="矩形: 圆角 73">
            <a:extLst>
              <a:ext uri="{FF2B5EF4-FFF2-40B4-BE49-F238E27FC236}">
                <a16:creationId xmlns:a16="http://schemas.microsoft.com/office/drawing/2014/main" id="{569B5ED2-D486-11AC-CE8B-92E1D760E3BF}"/>
              </a:ext>
            </a:extLst>
          </p:cNvPr>
          <p:cNvSpPr/>
          <p:nvPr/>
        </p:nvSpPr>
        <p:spPr>
          <a:xfrm>
            <a:off x="9080500" y="4051300"/>
            <a:ext cx="1270000" cy="381000"/>
          </a:xfrm>
          <a:prstGeom prst="roundRect">
            <a:avLst/>
          </a:prstGeom>
          <a:solidFill>
            <a:srgbClr val="FFFFFF"/>
          </a:solidFill>
          <a:ln>
            <a:solidFill>
              <a:srgbClr val="27AE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1DB88CF3-1056-C9A0-2789-BF3B5A59C015}"/>
              </a:ext>
            </a:extLst>
          </p:cNvPr>
          <p:cNvSpPr txBox="1"/>
          <p:nvPr/>
        </p:nvSpPr>
        <p:spPr>
          <a:xfrm>
            <a:off x="9105900" y="4089400"/>
            <a:ext cx="1219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200" b="1">
                <a:solidFill>
                  <a:srgbClr val="27AE60"/>
                </a:solidFill>
                <a:latin typeface="Microsoft YaHei" panose="020B0503020204020204" pitchFamily="34" charset="-122"/>
              </a:rPr>
              <a:t>[j]</a:t>
            </a:r>
            <a:endParaRPr lang="zh-CN" altLang="en-US" sz="1200" b="1">
              <a:solidFill>
                <a:srgbClr val="27AE6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6" name="矩形: 圆角 75">
            <a:extLst>
              <a:ext uri="{FF2B5EF4-FFF2-40B4-BE49-F238E27FC236}">
                <a16:creationId xmlns:a16="http://schemas.microsoft.com/office/drawing/2014/main" id="{9DBDABB6-7E53-A8E5-3180-7203F3134FBC}"/>
              </a:ext>
            </a:extLst>
          </p:cNvPr>
          <p:cNvSpPr/>
          <p:nvPr/>
        </p:nvSpPr>
        <p:spPr>
          <a:xfrm>
            <a:off x="10477500" y="4051300"/>
            <a:ext cx="1270000" cy="381000"/>
          </a:xfrm>
          <a:prstGeom prst="roundRect">
            <a:avLst/>
          </a:prstGeom>
          <a:solidFill>
            <a:srgbClr val="FFFFFF"/>
          </a:solidFill>
          <a:ln>
            <a:solidFill>
              <a:srgbClr val="27AE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065D42EB-15F9-9B0E-C600-AA4FF9AFCE03}"/>
              </a:ext>
            </a:extLst>
          </p:cNvPr>
          <p:cNvSpPr txBox="1"/>
          <p:nvPr/>
        </p:nvSpPr>
        <p:spPr>
          <a:xfrm>
            <a:off x="10502900" y="4089400"/>
            <a:ext cx="1219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200" b="1">
                <a:solidFill>
                  <a:srgbClr val="27AE60"/>
                </a:solidFill>
                <a:latin typeface="Microsoft YaHei" panose="020B0503020204020204" pitchFamily="34" charset="-122"/>
              </a:rPr>
              <a:t>[w]</a:t>
            </a:r>
            <a:endParaRPr lang="zh-CN" altLang="en-US" sz="1200" b="1">
              <a:solidFill>
                <a:srgbClr val="27AE6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8" name="5-Point Star 77"/>
          <p:cNvSpPr/>
          <p:nvPr/>
        </p:nvSpPr>
        <p:spPr>
          <a:xfrm rot="20160000">
            <a:off x="10698667" y="6461741"/>
            <a:ext cx="200000" cy="200000"/>
          </a:xfrm>
          <a:prstGeom prst="star5">
            <a:avLst/>
          </a:prstGeom>
          <a:solidFill>
            <a:srgbClr val="CE93D8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5-Point Star 78"/>
          <p:cNvSpPr/>
          <p:nvPr/>
        </p:nvSpPr>
        <p:spPr>
          <a:xfrm rot="13020000">
            <a:off x="11830809" y="3277744"/>
            <a:ext cx="200000" cy="200000"/>
          </a:xfrm>
          <a:prstGeom prst="star5">
            <a:avLst/>
          </a:prstGeom>
          <a:solidFill>
            <a:srgbClr val="FF6B6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5-Point Star 79"/>
          <p:cNvSpPr/>
          <p:nvPr/>
        </p:nvSpPr>
        <p:spPr>
          <a:xfrm rot="9600000">
            <a:off x="11365411" y="537706"/>
            <a:ext cx="200000" cy="200000"/>
          </a:xfrm>
          <a:prstGeom prst="star5">
            <a:avLst/>
          </a:prstGeom>
          <a:solidFill>
            <a:srgbClr val="4FC3F7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1859067" y="6073276"/>
            <a:ext cx="102539" cy="102539"/>
          </a:xfrm>
          <a:prstGeom prst="ellipse">
            <a:avLst/>
          </a:prstGeom>
          <a:solidFill>
            <a:srgbClr val="E1BEE7">
              <a:alpha val="2606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578362" y="4668742"/>
            <a:ext cx="87233" cy="87233"/>
          </a:xfrm>
          <a:prstGeom prst="ellipse">
            <a:avLst/>
          </a:prstGeom>
          <a:solidFill>
            <a:srgbClr val="B2EBF2">
              <a:alpha val="3418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1463239" y="265800"/>
            <a:ext cx="77138" cy="77138"/>
          </a:xfrm>
          <a:prstGeom prst="ellipse">
            <a:avLst/>
          </a:prstGeom>
          <a:solidFill>
            <a:srgbClr val="B3E5FC">
              <a:alpha val="2597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3093193" y="3204211"/>
            <a:ext cx="90689" cy="90689"/>
          </a:xfrm>
          <a:prstGeom prst="ellipse">
            <a:avLst/>
          </a:prstGeom>
          <a:solidFill>
            <a:srgbClr val="FFE0B2">
              <a:alpha val="2561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2820627" y="5625677"/>
            <a:ext cx="73553" cy="73553"/>
          </a:xfrm>
          <a:prstGeom prst="ellipse">
            <a:avLst/>
          </a:prstGeom>
          <a:solidFill>
            <a:srgbClr val="FFE0B2">
              <a:alpha val="3139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7231979" y="5188613"/>
            <a:ext cx="69651" cy="69651"/>
          </a:xfrm>
          <a:prstGeom prst="ellipse">
            <a:avLst/>
          </a:prstGeom>
          <a:solidFill>
            <a:srgbClr val="B3E5FC">
              <a:alpha val="3260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9777898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lin ang="3600000" scaled="1"/>
          <a:gsLst>
            <a:gs pos="0">
              <a:srgbClr val="FEF9E7"/>
            </a:gs>
            <a:gs pos="30000">
              <a:srgbClr val="FDEBD0"/>
            </a:gs>
            <a:gs pos="70000">
              <a:srgbClr val="D6EAF8"/>
            </a:gs>
            <a:gs pos="100000">
              <a:srgbClr val="E8DAEF"/>
            </a:gs>
          </a:gsLst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9734E7C-6341-5271-FE5D-20795BA55F44}"/>
              </a:ext>
            </a:extLst>
          </p:cNvPr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1A3C6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E3C0CDC-7877-D233-BAEB-D3D235B985DB}"/>
              </a:ext>
            </a:extLst>
          </p:cNvPr>
          <p:cNvSpPr txBox="1"/>
          <p:nvPr/>
        </p:nvSpPr>
        <p:spPr>
          <a:xfrm>
            <a:off x="254000" y="127000"/>
            <a:ext cx="762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2800" b="1">
                <a:solidFill>
                  <a:srgbClr val="FFFFFF"/>
                </a:solidFill>
                <a:latin typeface="Microsoft YaHei" panose="020B0503020204020204" pitchFamily="34" charset="-122"/>
              </a:rPr>
              <a:t>🔊 前元音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92BE7AEE-1338-A54B-B624-C1C0A5E1033C}"/>
              </a:ext>
            </a:extLst>
          </p:cNvPr>
          <p:cNvSpPr/>
          <p:nvPr/>
        </p:nvSpPr>
        <p:spPr>
          <a:xfrm>
            <a:off x="444500" y="1143000"/>
            <a:ext cx="2667000" cy="2540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21217691-B495-59C4-432E-E7B91B81CF9C}"/>
              </a:ext>
            </a:extLst>
          </p:cNvPr>
          <p:cNvSpPr/>
          <p:nvPr/>
        </p:nvSpPr>
        <p:spPr>
          <a:xfrm>
            <a:off x="508000" y="1206500"/>
            <a:ext cx="2540000" cy="698500"/>
          </a:xfrm>
          <a:prstGeom prst="roundRect">
            <a:avLst/>
          </a:prstGeom>
          <a:solidFill>
            <a:srgbClr val="FF6B9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73348B1-0FAA-91E9-C913-F35ECEB71A1A}"/>
              </a:ext>
            </a:extLst>
          </p:cNvPr>
          <p:cNvSpPr txBox="1"/>
          <p:nvPr/>
        </p:nvSpPr>
        <p:spPr>
          <a:xfrm>
            <a:off x="508000" y="1244600"/>
            <a:ext cx="254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800" b="1">
                <a:solidFill>
                  <a:srgbClr val="FFFFFF"/>
                </a:solidFill>
                <a:latin typeface="Microsoft YaHei" panose="020B0503020204020204" pitchFamily="34" charset="-122"/>
              </a:rPr>
              <a:t>/i:/</a:t>
            </a:r>
            <a:endParaRPr lang="zh-CN" altLang="en-US" sz="28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D1FEC4F8-228B-01E7-96A1-11FE249A2FD1}"/>
              </a:ext>
            </a:extLst>
          </p:cNvPr>
          <p:cNvSpPr/>
          <p:nvPr/>
        </p:nvSpPr>
        <p:spPr>
          <a:xfrm>
            <a:off x="508000" y="2006600"/>
            <a:ext cx="2540000" cy="571500"/>
          </a:xfrm>
          <a:prstGeom prst="roundRect">
            <a:avLst/>
          </a:prstGeom>
          <a:solidFill>
            <a:srgbClr val="FFFFFF"/>
          </a:solidFill>
          <a:ln>
            <a:solidFill>
              <a:srgbClr val="FF6B9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51439F8-BD7A-7304-8D27-0DCFE08C6A21}"/>
              </a:ext>
            </a:extLst>
          </p:cNvPr>
          <p:cNvSpPr txBox="1"/>
          <p:nvPr/>
        </p:nvSpPr>
        <p:spPr>
          <a:xfrm>
            <a:off x="508000" y="2057400"/>
            <a:ext cx="254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b="1">
                <a:solidFill>
                  <a:srgbClr val="FF6B9D"/>
                </a:solidFill>
                <a:latin typeface="Microsoft YaHei" panose="020B0503020204020204" pitchFamily="34" charset="-122"/>
              </a:rPr>
              <a:t>see</a:t>
            </a:r>
            <a:endParaRPr lang="zh-CN" altLang="en-US" b="1">
              <a:solidFill>
                <a:srgbClr val="FF6B9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5CBA8FD-9816-C4AC-8ACE-5B26C8BC2A59}"/>
              </a:ext>
            </a:extLst>
          </p:cNvPr>
          <p:cNvSpPr txBox="1"/>
          <p:nvPr/>
        </p:nvSpPr>
        <p:spPr>
          <a:xfrm>
            <a:off x="546100" y="2641600"/>
            <a:ext cx="2476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200">
                <a:solidFill>
                  <a:srgbClr val="7F8C8D"/>
                </a:solidFill>
                <a:latin typeface="Microsoft YaHei" panose="020B0503020204020204" pitchFamily="34" charset="-122"/>
              </a:rPr>
              <a:t>see, tree, bee</a:t>
            </a:r>
            <a:endParaRPr lang="zh-CN" altLang="en-US" sz="1200">
              <a:solidFill>
                <a:srgbClr val="7F8C8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90362E0B-76FE-F031-F29D-9EB7175819AD}"/>
              </a:ext>
            </a:extLst>
          </p:cNvPr>
          <p:cNvSpPr/>
          <p:nvPr/>
        </p:nvSpPr>
        <p:spPr>
          <a:xfrm>
            <a:off x="3365500" y="1143000"/>
            <a:ext cx="2667000" cy="2540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3CBCE7D8-E253-9B40-9070-BA67965B571E}"/>
              </a:ext>
            </a:extLst>
          </p:cNvPr>
          <p:cNvSpPr/>
          <p:nvPr/>
        </p:nvSpPr>
        <p:spPr>
          <a:xfrm>
            <a:off x="3429000" y="1206500"/>
            <a:ext cx="2540000" cy="698500"/>
          </a:xfrm>
          <a:prstGeom prst="roundRect">
            <a:avLst/>
          </a:prstGeom>
          <a:solidFill>
            <a:srgbClr val="FF6B9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08E0CF8-9470-CE5E-15A0-F98B4D8626D9}"/>
              </a:ext>
            </a:extLst>
          </p:cNvPr>
          <p:cNvSpPr txBox="1"/>
          <p:nvPr/>
        </p:nvSpPr>
        <p:spPr>
          <a:xfrm>
            <a:off x="3429000" y="1244600"/>
            <a:ext cx="254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800" b="1">
                <a:solidFill>
                  <a:srgbClr val="FFFFFF"/>
                </a:solidFill>
                <a:latin typeface="Microsoft YaHei" panose="020B0503020204020204" pitchFamily="34" charset="-122"/>
              </a:rPr>
              <a:t>/ɪ/</a:t>
            </a:r>
            <a:endParaRPr lang="zh-CN" altLang="en-US" sz="28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C4751C5C-2C94-F8B7-0E1D-B8A8AE853633}"/>
              </a:ext>
            </a:extLst>
          </p:cNvPr>
          <p:cNvSpPr/>
          <p:nvPr/>
        </p:nvSpPr>
        <p:spPr>
          <a:xfrm>
            <a:off x="3429000" y="2006600"/>
            <a:ext cx="2540000" cy="571500"/>
          </a:xfrm>
          <a:prstGeom prst="roundRect">
            <a:avLst/>
          </a:prstGeom>
          <a:solidFill>
            <a:srgbClr val="FFFFFF"/>
          </a:solidFill>
          <a:ln>
            <a:solidFill>
              <a:srgbClr val="FF6B9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A66EC13-0707-823E-B0F9-04BE399B096D}"/>
              </a:ext>
            </a:extLst>
          </p:cNvPr>
          <p:cNvSpPr txBox="1"/>
          <p:nvPr/>
        </p:nvSpPr>
        <p:spPr>
          <a:xfrm>
            <a:off x="3429000" y="2057400"/>
            <a:ext cx="254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b="1">
                <a:solidFill>
                  <a:srgbClr val="FF6B9D"/>
                </a:solidFill>
                <a:latin typeface="Microsoft YaHei" panose="020B0503020204020204" pitchFamily="34" charset="-122"/>
              </a:rPr>
              <a:t>sit</a:t>
            </a:r>
            <a:endParaRPr lang="zh-CN" altLang="en-US" b="1">
              <a:solidFill>
                <a:srgbClr val="FF6B9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D6D1796-5CFD-EB1F-63D9-534EFE60D58B}"/>
              </a:ext>
            </a:extLst>
          </p:cNvPr>
          <p:cNvSpPr txBox="1"/>
          <p:nvPr/>
        </p:nvSpPr>
        <p:spPr>
          <a:xfrm>
            <a:off x="3467100" y="2641600"/>
            <a:ext cx="2476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200">
                <a:solidFill>
                  <a:srgbClr val="7F8C8D"/>
                </a:solidFill>
                <a:latin typeface="Microsoft YaHei" panose="020B0503020204020204" pitchFamily="34" charset="-122"/>
              </a:rPr>
              <a:t>sit, tree, bee</a:t>
            </a:r>
            <a:endParaRPr lang="zh-CN" altLang="en-US" sz="1200">
              <a:solidFill>
                <a:srgbClr val="7F8C8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C5464DBF-4B60-0ADD-C7CD-82B0B2FC6A3F}"/>
              </a:ext>
            </a:extLst>
          </p:cNvPr>
          <p:cNvSpPr/>
          <p:nvPr/>
        </p:nvSpPr>
        <p:spPr>
          <a:xfrm>
            <a:off x="6286500" y="1143000"/>
            <a:ext cx="2667000" cy="2540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7A438BE5-2B68-E53D-9C44-24567FCFAE2A}"/>
              </a:ext>
            </a:extLst>
          </p:cNvPr>
          <p:cNvSpPr/>
          <p:nvPr/>
        </p:nvSpPr>
        <p:spPr>
          <a:xfrm>
            <a:off x="6350000" y="1206500"/>
            <a:ext cx="2540000" cy="698500"/>
          </a:xfrm>
          <a:prstGeom prst="roundRect">
            <a:avLst/>
          </a:prstGeom>
          <a:solidFill>
            <a:srgbClr val="FF6B9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8DA5CCA-6600-69E7-E400-81D7746A247C}"/>
              </a:ext>
            </a:extLst>
          </p:cNvPr>
          <p:cNvSpPr txBox="1"/>
          <p:nvPr/>
        </p:nvSpPr>
        <p:spPr>
          <a:xfrm>
            <a:off x="6350000" y="1244600"/>
            <a:ext cx="254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800" b="1">
                <a:solidFill>
                  <a:srgbClr val="FFFFFF"/>
                </a:solidFill>
                <a:latin typeface="Microsoft YaHei" panose="020B0503020204020204" pitchFamily="34" charset="-122"/>
              </a:rPr>
              <a:t>/e/</a:t>
            </a:r>
            <a:endParaRPr lang="zh-CN" altLang="en-US" sz="28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AA50FDFA-8589-8983-4CDA-8943B09F11E8}"/>
              </a:ext>
            </a:extLst>
          </p:cNvPr>
          <p:cNvSpPr/>
          <p:nvPr/>
        </p:nvSpPr>
        <p:spPr>
          <a:xfrm>
            <a:off x="6350000" y="2006600"/>
            <a:ext cx="2540000" cy="571500"/>
          </a:xfrm>
          <a:prstGeom prst="roundRect">
            <a:avLst/>
          </a:prstGeom>
          <a:solidFill>
            <a:srgbClr val="FFFFFF"/>
          </a:solidFill>
          <a:ln>
            <a:solidFill>
              <a:srgbClr val="FF6B9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2B74766-B611-9692-978A-70734D05774B}"/>
              </a:ext>
            </a:extLst>
          </p:cNvPr>
          <p:cNvSpPr txBox="1"/>
          <p:nvPr/>
        </p:nvSpPr>
        <p:spPr>
          <a:xfrm>
            <a:off x="6350000" y="2057400"/>
            <a:ext cx="254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b="1">
                <a:solidFill>
                  <a:srgbClr val="FF6B9D"/>
                </a:solidFill>
                <a:latin typeface="Microsoft YaHei" panose="020B0503020204020204" pitchFamily="34" charset="-122"/>
              </a:rPr>
              <a:t>bed</a:t>
            </a:r>
            <a:endParaRPr lang="zh-CN" altLang="en-US" b="1">
              <a:solidFill>
                <a:srgbClr val="FF6B9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93BBB37-4A51-40DB-9130-32414EE1B690}"/>
              </a:ext>
            </a:extLst>
          </p:cNvPr>
          <p:cNvSpPr txBox="1"/>
          <p:nvPr/>
        </p:nvSpPr>
        <p:spPr>
          <a:xfrm>
            <a:off x="6388100" y="2641600"/>
            <a:ext cx="2476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200">
                <a:solidFill>
                  <a:srgbClr val="7F8C8D"/>
                </a:solidFill>
                <a:latin typeface="Microsoft YaHei" panose="020B0503020204020204" pitchFamily="34" charset="-122"/>
              </a:rPr>
              <a:t>bed, tree, bee</a:t>
            </a:r>
            <a:endParaRPr lang="zh-CN" altLang="en-US" sz="1200">
              <a:solidFill>
                <a:srgbClr val="7F8C8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48818F39-E595-4FDF-B3A8-54910B839348}"/>
              </a:ext>
            </a:extLst>
          </p:cNvPr>
          <p:cNvSpPr/>
          <p:nvPr/>
        </p:nvSpPr>
        <p:spPr>
          <a:xfrm>
            <a:off x="9207500" y="1143000"/>
            <a:ext cx="2667000" cy="2540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5834E7AF-C38F-4843-8DD1-1AE8F689BDDA}"/>
              </a:ext>
            </a:extLst>
          </p:cNvPr>
          <p:cNvSpPr/>
          <p:nvPr/>
        </p:nvSpPr>
        <p:spPr>
          <a:xfrm>
            <a:off x="9271000" y="1206500"/>
            <a:ext cx="2540000" cy="698500"/>
          </a:xfrm>
          <a:prstGeom prst="roundRect">
            <a:avLst/>
          </a:prstGeom>
          <a:solidFill>
            <a:srgbClr val="FF6B9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2922B37-834B-C13F-2CE7-05F2D622E372}"/>
              </a:ext>
            </a:extLst>
          </p:cNvPr>
          <p:cNvSpPr txBox="1"/>
          <p:nvPr/>
        </p:nvSpPr>
        <p:spPr>
          <a:xfrm>
            <a:off x="9271000" y="1244600"/>
            <a:ext cx="254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800" b="1">
                <a:solidFill>
                  <a:srgbClr val="FFFFFF"/>
                </a:solidFill>
                <a:latin typeface="Microsoft YaHei" panose="020B0503020204020204" pitchFamily="34" charset="-122"/>
              </a:rPr>
              <a:t>/æ/</a:t>
            </a:r>
            <a:endParaRPr lang="zh-CN" altLang="en-US" sz="28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58BFF226-5E11-1C2A-03D8-AFFCC03DF418}"/>
              </a:ext>
            </a:extLst>
          </p:cNvPr>
          <p:cNvSpPr/>
          <p:nvPr/>
        </p:nvSpPr>
        <p:spPr>
          <a:xfrm>
            <a:off x="9271000" y="2006600"/>
            <a:ext cx="2540000" cy="571500"/>
          </a:xfrm>
          <a:prstGeom prst="roundRect">
            <a:avLst/>
          </a:prstGeom>
          <a:solidFill>
            <a:srgbClr val="FFFFFF"/>
          </a:solidFill>
          <a:ln>
            <a:solidFill>
              <a:srgbClr val="FF6B9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3ACB0C34-A901-CCAC-14FE-1E982A8AAE42}"/>
              </a:ext>
            </a:extLst>
          </p:cNvPr>
          <p:cNvSpPr txBox="1"/>
          <p:nvPr/>
        </p:nvSpPr>
        <p:spPr>
          <a:xfrm>
            <a:off x="9271000" y="2057400"/>
            <a:ext cx="254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b="1">
                <a:solidFill>
                  <a:srgbClr val="FF6B9D"/>
                </a:solidFill>
                <a:latin typeface="Microsoft YaHei" panose="020B0503020204020204" pitchFamily="34" charset="-122"/>
              </a:rPr>
              <a:t>cat</a:t>
            </a:r>
            <a:endParaRPr lang="zh-CN" altLang="en-US" b="1">
              <a:solidFill>
                <a:srgbClr val="FF6B9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91D5361-6E8C-2C86-EE9F-DAE6E67F722F}"/>
              </a:ext>
            </a:extLst>
          </p:cNvPr>
          <p:cNvSpPr txBox="1"/>
          <p:nvPr/>
        </p:nvSpPr>
        <p:spPr>
          <a:xfrm>
            <a:off x="9309100" y="2641600"/>
            <a:ext cx="2476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200">
                <a:solidFill>
                  <a:srgbClr val="7F8C8D"/>
                </a:solidFill>
                <a:latin typeface="Microsoft YaHei" panose="020B0503020204020204" pitchFamily="34" charset="-122"/>
              </a:rPr>
              <a:t>cat, tree, bee</a:t>
            </a:r>
            <a:endParaRPr lang="zh-CN" altLang="en-US" sz="1200">
              <a:solidFill>
                <a:srgbClr val="7F8C8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5-Point Star 27"/>
          <p:cNvSpPr/>
          <p:nvPr/>
        </p:nvSpPr>
        <p:spPr>
          <a:xfrm rot="18060000">
            <a:off x="3464991" y="6557165"/>
            <a:ext cx="200000" cy="200000"/>
          </a:xfrm>
          <a:prstGeom prst="star5">
            <a:avLst/>
          </a:prstGeom>
          <a:solidFill>
            <a:srgbClr val="CE93D8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5-Point Star 28"/>
          <p:cNvSpPr/>
          <p:nvPr/>
        </p:nvSpPr>
        <p:spPr>
          <a:xfrm rot="6840000">
            <a:off x="11728237" y="3329433"/>
            <a:ext cx="200000" cy="200000"/>
          </a:xfrm>
          <a:prstGeom prst="star5">
            <a:avLst/>
          </a:prstGeom>
          <a:solidFill>
            <a:srgbClr val="FF6B6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5-Point Star 29"/>
          <p:cNvSpPr/>
          <p:nvPr/>
        </p:nvSpPr>
        <p:spPr>
          <a:xfrm rot="4920000">
            <a:off x="384180" y="3828358"/>
            <a:ext cx="200000" cy="200000"/>
          </a:xfrm>
          <a:prstGeom prst="star5">
            <a:avLst/>
          </a:prstGeom>
          <a:solidFill>
            <a:srgbClr val="CE93D8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325789" y="6192446"/>
            <a:ext cx="102676" cy="102676"/>
          </a:xfrm>
          <a:prstGeom prst="ellipse">
            <a:avLst/>
          </a:prstGeom>
          <a:solidFill>
            <a:srgbClr val="FFCCBC">
              <a:alpha val="1512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083138" y="5406959"/>
            <a:ext cx="95481" cy="95481"/>
          </a:xfrm>
          <a:prstGeom prst="ellipse">
            <a:avLst/>
          </a:prstGeom>
          <a:solidFill>
            <a:srgbClr val="B2EBF2">
              <a:alpha val="308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581353" y="5317229"/>
            <a:ext cx="122145" cy="122145"/>
          </a:xfrm>
          <a:prstGeom prst="ellipse">
            <a:avLst/>
          </a:prstGeom>
          <a:solidFill>
            <a:srgbClr val="FFF9C4">
              <a:alpha val="3357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199023" y="722342"/>
            <a:ext cx="130224" cy="130224"/>
          </a:xfrm>
          <a:prstGeom prst="ellipse">
            <a:avLst/>
          </a:prstGeom>
          <a:solidFill>
            <a:srgbClr val="C8E6C9">
              <a:alpha val="2204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1865091" y="1784101"/>
            <a:ext cx="61803" cy="61803"/>
          </a:xfrm>
          <a:prstGeom prst="ellipse">
            <a:avLst/>
          </a:prstGeom>
          <a:solidFill>
            <a:srgbClr val="B3E5FC">
              <a:alpha val="1852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220159" y="4885099"/>
            <a:ext cx="94979" cy="94979"/>
          </a:xfrm>
          <a:prstGeom prst="ellipse">
            <a:avLst/>
          </a:prstGeom>
          <a:solidFill>
            <a:srgbClr val="FFF9C4">
              <a:alpha val="308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4179837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lin ang="3600000" scaled="1"/>
          <a:gsLst>
            <a:gs pos="0">
              <a:srgbClr val="FEF9E7"/>
            </a:gs>
            <a:gs pos="30000">
              <a:srgbClr val="FDEBD0"/>
            </a:gs>
            <a:gs pos="70000">
              <a:srgbClr val="D6EAF8"/>
            </a:gs>
            <a:gs pos="100000">
              <a:srgbClr val="E8DAEF"/>
            </a:gs>
          </a:gsLst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1856BFB-00F7-3CBF-3370-4FDA665D8E5A}"/>
              </a:ext>
            </a:extLst>
          </p:cNvPr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1A3C6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7CCEC73-5CF5-EABD-73C0-6073A9CC31C7}"/>
              </a:ext>
            </a:extLst>
          </p:cNvPr>
          <p:cNvSpPr txBox="1"/>
          <p:nvPr/>
        </p:nvSpPr>
        <p:spPr>
          <a:xfrm>
            <a:off x="254000" y="127000"/>
            <a:ext cx="762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2800" b="1">
                <a:solidFill>
                  <a:srgbClr val="FFFFFF"/>
                </a:solidFill>
                <a:latin typeface="Microsoft YaHei" panose="020B0503020204020204" pitchFamily="34" charset="-122"/>
              </a:rPr>
              <a:t>🔊 中后元音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BBC1CE8F-D370-26B9-7852-1BBBDB7AB401}"/>
              </a:ext>
            </a:extLst>
          </p:cNvPr>
          <p:cNvSpPr/>
          <p:nvPr/>
        </p:nvSpPr>
        <p:spPr>
          <a:xfrm>
            <a:off x="444500" y="1143000"/>
            <a:ext cx="2667000" cy="2540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9C6A6D43-6B54-1925-6DE2-21B27B4A0275}"/>
              </a:ext>
            </a:extLst>
          </p:cNvPr>
          <p:cNvSpPr/>
          <p:nvPr/>
        </p:nvSpPr>
        <p:spPr>
          <a:xfrm>
            <a:off x="508000" y="1206500"/>
            <a:ext cx="2540000" cy="698500"/>
          </a:xfrm>
          <a:prstGeom prst="roundRect">
            <a:avLst/>
          </a:prstGeom>
          <a:solidFill>
            <a:srgbClr val="E67E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21D3D14-FC60-79E5-A1CB-22CB73BC9301}"/>
              </a:ext>
            </a:extLst>
          </p:cNvPr>
          <p:cNvSpPr txBox="1"/>
          <p:nvPr/>
        </p:nvSpPr>
        <p:spPr>
          <a:xfrm>
            <a:off x="508000" y="1244600"/>
            <a:ext cx="254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800" b="1">
                <a:solidFill>
                  <a:srgbClr val="FFFFFF"/>
                </a:solidFill>
                <a:latin typeface="Microsoft YaHei" panose="020B0503020204020204" pitchFamily="34" charset="-122"/>
              </a:rPr>
              <a:t>/ɜ:/</a:t>
            </a:r>
            <a:endParaRPr lang="zh-CN" altLang="en-US" sz="28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2E32F0F3-BBFB-3F01-BE26-48B1458131C5}"/>
              </a:ext>
            </a:extLst>
          </p:cNvPr>
          <p:cNvSpPr/>
          <p:nvPr/>
        </p:nvSpPr>
        <p:spPr>
          <a:xfrm>
            <a:off x="508000" y="2006600"/>
            <a:ext cx="2540000" cy="571500"/>
          </a:xfrm>
          <a:prstGeom prst="roundRect">
            <a:avLst/>
          </a:prstGeom>
          <a:solidFill>
            <a:srgbClr val="FFFFFF"/>
          </a:solidFill>
          <a:ln>
            <a:solidFill>
              <a:srgbClr val="E67E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B12C392-0C9F-6AED-86A1-3EB6ED0FDB7B}"/>
              </a:ext>
            </a:extLst>
          </p:cNvPr>
          <p:cNvSpPr txBox="1"/>
          <p:nvPr/>
        </p:nvSpPr>
        <p:spPr>
          <a:xfrm>
            <a:off x="508000" y="2057400"/>
            <a:ext cx="254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b="1">
                <a:solidFill>
                  <a:srgbClr val="E67E22"/>
                </a:solidFill>
                <a:latin typeface="Microsoft YaHei" panose="020B0503020204020204" pitchFamily="34" charset="-122"/>
              </a:rPr>
              <a:t>bird</a:t>
            </a:r>
            <a:endParaRPr lang="zh-CN" altLang="en-US" b="1">
              <a:solidFill>
                <a:srgbClr val="E67E22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B9D7CB8-B551-292D-354B-0150B18EB628}"/>
              </a:ext>
            </a:extLst>
          </p:cNvPr>
          <p:cNvSpPr txBox="1"/>
          <p:nvPr/>
        </p:nvSpPr>
        <p:spPr>
          <a:xfrm>
            <a:off x="546100" y="2641600"/>
            <a:ext cx="2476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200">
                <a:solidFill>
                  <a:srgbClr val="7F8C8D"/>
                </a:solidFill>
                <a:latin typeface="Microsoft YaHei" panose="020B0503020204020204" pitchFamily="34" charset="-122"/>
              </a:rPr>
              <a:t>bird, tree, bee</a:t>
            </a:r>
            <a:endParaRPr lang="zh-CN" altLang="en-US" sz="1200">
              <a:solidFill>
                <a:srgbClr val="7F8C8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32214FF0-34C2-25D9-98DE-329BF43DEC50}"/>
              </a:ext>
            </a:extLst>
          </p:cNvPr>
          <p:cNvSpPr/>
          <p:nvPr/>
        </p:nvSpPr>
        <p:spPr>
          <a:xfrm>
            <a:off x="3365500" y="1143000"/>
            <a:ext cx="2667000" cy="2540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FC32085-313A-E1E6-41D8-4C8463BE7BD7}"/>
              </a:ext>
            </a:extLst>
          </p:cNvPr>
          <p:cNvSpPr/>
          <p:nvPr/>
        </p:nvSpPr>
        <p:spPr>
          <a:xfrm>
            <a:off x="3429000" y="1206500"/>
            <a:ext cx="2540000" cy="698500"/>
          </a:xfrm>
          <a:prstGeom prst="roundRect">
            <a:avLst/>
          </a:prstGeom>
          <a:solidFill>
            <a:srgbClr val="E67E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BA90293-D0E6-AE2E-515F-443472B35CD5}"/>
              </a:ext>
            </a:extLst>
          </p:cNvPr>
          <p:cNvSpPr txBox="1"/>
          <p:nvPr/>
        </p:nvSpPr>
        <p:spPr>
          <a:xfrm>
            <a:off x="3429000" y="1244600"/>
            <a:ext cx="254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800" b="1">
                <a:solidFill>
                  <a:srgbClr val="FFFFFF"/>
                </a:solidFill>
                <a:latin typeface="Microsoft YaHei" panose="020B0503020204020204" pitchFamily="34" charset="-122"/>
              </a:rPr>
              <a:t>/ə/</a:t>
            </a:r>
            <a:endParaRPr lang="zh-CN" altLang="en-US" sz="28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BFFFB95D-FE70-A42C-F5F0-824059EBE728}"/>
              </a:ext>
            </a:extLst>
          </p:cNvPr>
          <p:cNvSpPr/>
          <p:nvPr/>
        </p:nvSpPr>
        <p:spPr>
          <a:xfrm>
            <a:off x="3429000" y="2006600"/>
            <a:ext cx="2540000" cy="571500"/>
          </a:xfrm>
          <a:prstGeom prst="roundRect">
            <a:avLst/>
          </a:prstGeom>
          <a:solidFill>
            <a:srgbClr val="FFFFFF"/>
          </a:solidFill>
          <a:ln>
            <a:solidFill>
              <a:srgbClr val="E67E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685F0AD-E4CF-9B76-665B-0FF504161A6B}"/>
              </a:ext>
            </a:extLst>
          </p:cNvPr>
          <p:cNvSpPr txBox="1"/>
          <p:nvPr/>
        </p:nvSpPr>
        <p:spPr>
          <a:xfrm>
            <a:off x="3429000" y="2057400"/>
            <a:ext cx="254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b="1">
                <a:solidFill>
                  <a:srgbClr val="E67E22"/>
                </a:solidFill>
                <a:latin typeface="Microsoft YaHei" panose="020B0503020204020204" pitchFamily="34" charset="-122"/>
              </a:rPr>
              <a:t>about</a:t>
            </a:r>
            <a:endParaRPr lang="zh-CN" altLang="en-US" b="1">
              <a:solidFill>
                <a:srgbClr val="E67E22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BFB8032-40FF-D8FD-833E-D38FF8F2EDDE}"/>
              </a:ext>
            </a:extLst>
          </p:cNvPr>
          <p:cNvSpPr txBox="1"/>
          <p:nvPr/>
        </p:nvSpPr>
        <p:spPr>
          <a:xfrm>
            <a:off x="3467100" y="2641600"/>
            <a:ext cx="2476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200">
                <a:solidFill>
                  <a:srgbClr val="7F8C8D"/>
                </a:solidFill>
                <a:latin typeface="Microsoft YaHei" panose="020B0503020204020204" pitchFamily="34" charset="-122"/>
              </a:rPr>
              <a:t>about, tree, bee</a:t>
            </a:r>
            <a:endParaRPr lang="zh-CN" altLang="en-US" sz="1200">
              <a:solidFill>
                <a:srgbClr val="7F8C8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3B0636AD-0376-1162-38D5-116198F25ABF}"/>
              </a:ext>
            </a:extLst>
          </p:cNvPr>
          <p:cNvSpPr/>
          <p:nvPr/>
        </p:nvSpPr>
        <p:spPr>
          <a:xfrm>
            <a:off x="6286500" y="1143000"/>
            <a:ext cx="2667000" cy="2540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5E7E4F6A-E452-3151-F915-5AC4CE0F1F71}"/>
              </a:ext>
            </a:extLst>
          </p:cNvPr>
          <p:cNvSpPr/>
          <p:nvPr/>
        </p:nvSpPr>
        <p:spPr>
          <a:xfrm>
            <a:off x="6350000" y="1206500"/>
            <a:ext cx="2540000" cy="698500"/>
          </a:xfrm>
          <a:prstGeom prst="roundRect">
            <a:avLst/>
          </a:prstGeom>
          <a:solidFill>
            <a:srgbClr val="E67E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FF53943-B7DD-43DB-E40A-21E42F136FD2}"/>
              </a:ext>
            </a:extLst>
          </p:cNvPr>
          <p:cNvSpPr txBox="1"/>
          <p:nvPr/>
        </p:nvSpPr>
        <p:spPr>
          <a:xfrm>
            <a:off x="6350000" y="1244600"/>
            <a:ext cx="254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800" b="1">
                <a:solidFill>
                  <a:srgbClr val="FFFFFF"/>
                </a:solidFill>
                <a:latin typeface="Microsoft YaHei" panose="020B0503020204020204" pitchFamily="34" charset="-122"/>
              </a:rPr>
              <a:t>/ʌ/</a:t>
            </a:r>
            <a:endParaRPr lang="zh-CN" altLang="en-US" sz="28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ACD18878-2477-9C68-49E1-38F87332E6F3}"/>
              </a:ext>
            </a:extLst>
          </p:cNvPr>
          <p:cNvSpPr/>
          <p:nvPr/>
        </p:nvSpPr>
        <p:spPr>
          <a:xfrm>
            <a:off x="6350000" y="2006600"/>
            <a:ext cx="2540000" cy="571500"/>
          </a:xfrm>
          <a:prstGeom prst="roundRect">
            <a:avLst/>
          </a:prstGeom>
          <a:solidFill>
            <a:srgbClr val="FFFFFF"/>
          </a:solidFill>
          <a:ln>
            <a:solidFill>
              <a:srgbClr val="E67E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3C9C653-E1FE-D19A-1A55-2DDFC0825BD0}"/>
              </a:ext>
            </a:extLst>
          </p:cNvPr>
          <p:cNvSpPr txBox="1"/>
          <p:nvPr/>
        </p:nvSpPr>
        <p:spPr>
          <a:xfrm>
            <a:off x="6350000" y="2057400"/>
            <a:ext cx="254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b="1">
                <a:solidFill>
                  <a:srgbClr val="E67E22"/>
                </a:solidFill>
                <a:latin typeface="Microsoft YaHei" panose="020B0503020204020204" pitchFamily="34" charset="-122"/>
              </a:rPr>
              <a:t>cup</a:t>
            </a:r>
            <a:endParaRPr lang="zh-CN" altLang="en-US" b="1">
              <a:solidFill>
                <a:srgbClr val="E67E22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3770159-8E2A-31AC-B1C6-0D07DBF38F25}"/>
              </a:ext>
            </a:extLst>
          </p:cNvPr>
          <p:cNvSpPr txBox="1"/>
          <p:nvPr/>
        </p:nvSpPr>
        <p:spPr>
          <a:xfrm>
            <a:off x="6388100" y="2641600"/>
            <a:ext cx="2476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200">
                <a:solidFill>
                  <a:srgbClr val="7F8C8D"/>
                </a:solidFill>
                <a:latin typeface="Microsoft YaHei" panose="020B0503020204020204" pitchFamily="34" charset="-122"/>
              </a:rPr>
              <a:t>cup, tree, bee</a:t>
            </a:r>
            <a:endParaRPr lang="zh-CN" altLang="en-US" sz="1200">
              <a:solidFill>
                <a:srgbClr val="7F8C8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D4367F8B-BFCC-E3CD-CCEF-316279491105}"/>
              </a:ext>
            </a:extLst>
          </p:cNvPr>
          <p:cNvSpPr/>
          <p:nvPr/>
        </p:nvSpPr>
        <p:spPr>
          <a:xfrm>
            <a:off x="9207500" y="1143000"/>
            <a:ext cx="2667000" cy="2540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0978B3D3-E90B-3DDA-DD77-4A549EAB4DBB}"/>
              </a:ext>
            </a:extLst>
          </p:cNvPr>
          <p:cNvSpPr/>
          <p:nvPr/>
        </p:nvSpPr>
        <p:spPr>
          <a:xfrm>
            <a:off x="9271000" y="1206500"/>
            <a:ext cx="2540000" cy="698500"/>
          </a:xfrm>
          <a:prstGeom prst="roundRect">
            <a:avLst/>
          </a:prstGeom>
          <a:solidFill>
            <a:srgbClr val="E67E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34CBE7E5-D656-41EF-6749-658D397D8715}"/>
              </a:ext>
            </a:extLst>
          </p:cNvPr>
          <p:cNvSpPr txBox="1"/>
          <p:nvPr/>
        </p:nvSpPr>
        <p:spPr>
          <a:xfrm>
            <a:off x="9271000" y="1244600"/>
            <a:ext cx="254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800" b="1">
                <a:solidFill>
                  <a:srgbClr val="FFFFFF"/>
                </a:solidFill>
                <a:latin typeface="Microsoft YaHei" panose="020B0503020204020204" pitchFamily="34" charset="-122"/>
              </a:rPr>
              <a:t>/ɑ:/</a:t>
            </a:r>
            <a:endParaRPr lang="zh-CN" altLang="en-US" sz="28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26B10FDB-4747-CD35-6243-544E70D2D7BA}"/>
              </a:ext>
            </a:extLst>
          </p:cNvPr>
          <p:cNvSpPr/>
          <p:nvPr/>
        </p:nvSpPr>
        <p:spPr>
          <a:xfrm>
            <a:off x="9271000" y="2006600"/>
            <a:ext cx="2540000" cy="571500"/>
          </a:xfrm>
          <a:prstGeom prst="roundRect">
            <a:avLst/>
          </a:prstGeom>
          <a:solidFill>
            <a:srgbClr val="FFFFFF"/>
          </a:solidFill>
          <a:ln>
            <a:solidFill>
              <a:srgbClr val="E67E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E3B5023A-CA44-25ED-D3F1-36A709AE6A46}"/>
              </a:ext>
            </a:extLst>
          </p:cNvPr>
          <p:cNvSpPr txBox="1"/>
          <p:nvPr/>
        </p:nvSpPr>
        <p:spPr>
          <a:xfrm>
            <a:off x="9271000" y="2057400"/>
            <a:ext cx="254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b="1">
                <a:solidFill>
                  <a:srgbClr val="E67E22"/>
                </a:solidFill>
                <a:latin typeface="Microsoft YaHei" panose="020B0503020204020204" pitchFamily="34" charset="-122"/>
              </a:rPr>
              <a:t>car</a:t>
            </a:r>
            <a:endParaRPr lang="zh-CN" altLang="en-US" b="1">
              <a:solidFill>
                <a:srgbClr val="E67E22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4925073-49E7-2C2E-1CC9-3BBE06BD71BB}"/>
              </a:ext>
            </a:extLst>
          </p:cNvPr>
          <p:cNvSpPr txBox="1"/>
          <p:nvPr/>
        </p:nvSpPr>
        <p:spPr>
          <a:xfrm>
            <a:off x="9309100" y="2641600"/>
            <a:ext cx="2476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200">
                <a:solidFill>
                  <a:srgbClr val="7F8C8D"/>
                </a:solidFill>
                <a:latin typeface="Microsoft YaHei" panose="020B0503020204020204" pitchFamily="34" charset="-122"/>
              </a:rPr>
              <a:t>car, tree, bee</a:t>
            </a:r>
            <a:endParaRPr lang="zh-CN" altLang="en-US" sz="1200">
              <a:solidFill>
                <a:srgbClr val="7F8C8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5-Point Star 27"/>
          <p:cNvSpPr/>
          <p:nvPr/>
        </p:nvSpPr>
        <p:spPr>
          <a:xfrm rot="18900000">
            <a:off x="11797246" y="4732077"/>
            <a:ext cx="200000" cy="200000"/>
          </a:xfrm>
          <a:prstGeom prst="star5">
            <a:avLst/>
          </a:prstGeom>
          <a:solidFill>
            <a:srgbClr val="4FC3F7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5-Point Star 28"/>
          <p:cNvSpPr/>
          <p:nvPr/>
        </p:nvSpPr>
        <p:spPr>
          <a:xfrm rot="960000">
            <a:off x="442868" y="5894396"/>
            <a:ext cx="200000" cy="200000"/>
          </a:xfrm>
          <a:prstGeom prst="star5">
            <a:avLst/>
          </a:prstGeom>
          <a:solidFill>
            <a:srgbClr val="CE93D8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5-Point Star 29"/>
          <p:cNvSpPr/>
          <p:nvPr/>
        </p:nvSpPr>
        <p:spPr>
          <a:xfrm rot="9900000">
            <a:off x="339225" y="745854"/>
            <a:ext cx="200000" cy="200000"/>
          </a:xfrm>
          <a:prstGeom prst="star5">
            <a:avLst/>
          </a:prstGeom>
          <a:solidFill>
            <a:srgbClr val="81C784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064573" y="4133122"/>
            <a:ext cx="85672" cy="85672"/>
          </a:xfrm>
          <a:prstGeom prst="ellipse">
            <a:avLst/>
          </a:prstGeom>
          <a:solidFill>
            <a:srgbClr val="E1BEE7">
              <a:alpha val="2582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787131" y="5124864"/>
            <a:ext cx="147698" cy="147698"/>
          </a:xfrm>
          <a:prstGeom prst="ellipse">
            <a:avLst/>
          </a:prstGeom>
          <a:solidFill>
            <a:srgbClr val="B2EBF2">
              <a:alpha val="3017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369951" y="5499980"/>
            <a:ext cx="92553" cy="92553"/>
          </a:xfrm>
          <a:prstGeom prst="ellipse">
            <a:avLst/>
          </a:prstGeom>
          <a:solidFill>
            <a:srgbClr val="B2EBF2">
              <a:alpha val="3134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382023" y="4077936"/>
            <a:ext cx="69233" cy="69233"/>
          </a:xfrm>
          <a:prstGeom prst="ellipse">
            <a:avLst/>
          </a:prstGeom>
          <a:solidFill>
            <a:srgbClr val="B2EBF2">
              <a:alpha val="2340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91531" y="6139849"/>
            <a:ext cx="80058" cy="80058"/>
          </a:xfrm>
          <a:prstGeom prst="ellipse">
            <a:avLst/>
          </a:prstGeom>
          <a:solidFill>
            <a:srgbClr val="C8E6C9">
              <a:alpha val="2136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144852" y="4835385"/>
            <a:ext cx="141756" cy="141756"/>
          </a:xfrm>
          <a:prstGeom prst="ellipse">
            <a:avLst/>
          </a:prstGeom>
          <a:solidFill>
            <a:srgbClr val="FFCCBC">
              <a:alpha val="3126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5609291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lin ang="3600000" scaled="1"/>
          <a:gsLst>
            <a:gs pos="0">
              <a:srgbClr val="FEF9E7"/>
            </a:gs>
            <a:gs pos="30000">
              <a:srgbClr val="FDEBD0"/>
            </a:gs>
            <a:gs pos="70000">
              <a:srgbClr val="D6EAF8"/>
            </a:gs>
            <a:gs pos="100000">
              <a:srgbClr val="E8DAEF"/>
            </a:gs>
          </a:gsLst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E01DD7A-0A7C-B505-45C8-8A0016C10BE6}"/>
              </a:ext>
            </a:extLst>
          </p:cNvPr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1A3C6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9AE9D34-109A-3307-B65B-38A0D9C63BC6}"/>
              </a:ext>
            </a:extLst>
          </p:cNvPr>
          <p:cNvSpPr txBox="1"/>
          <p:nvPr/>
        </p:nvSpPr>
        <p:spPr>
          <a:xfrm>
            <a:off x="254000" y="127000"/>
            <a:ext cx="762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2800" b="1">
                <a:solidFill>
                  <a:srgbClr val="FFFFFF"/>
                </a:solidFill>
                <a:latin typeface="Microsoft YaHei" panose="020B0503020204020204" pitchFamily="34" charset="-122"/>
              </a:rPr>
              <a:t>🔊 后元音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390CA427-C7C0-71B0-79A4-604013478303}"/>
              </a:ext>
            </a:extLst>
          </p:cNvPr>
          <p:cNvSpPr/>
          <p:nvPr/>
        </p:nvSpPr>
        <p:spPr>
          <a:xfrm>
            <a:off x="444500" y="1143000"/>
            <a:ext cx="2667000" cy="2540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95C2B740-4826-6F32-175E-32FB9C8D52A3}"/>
              </a:ext>
            </a:extLst>
          </p:cNvPr>
          <p:cNvSpPr/>
          <p:nvPr/>
        </p:nvSpPr>
        <p:spPr>
          <a:xfrm>
            <a:off x="508000" y="1206500"/>
            <a:ext cx="2540000" cy="698500"/>
          </a:xfrm>
          <a:prstGeom prst="roundRect">
            <a:avLst/>
          </a:prstGeom>
          <a:solidFill>
            <a:srgbClr val="8E44A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6BC70A2-D995-2E06-75FC-78862216F48D}"/>
              </a:ext>
            </a:extLst>
          </p:cNvPr>
          <p:cNvSpPr txBox="1"/>
          <p:nvPr/>
        </p:nvSpPr>
        <p:spPr>
          <a:xfrm>
            <a:off x="508000" y="1244600"/>
            <a:ext cx="254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800" b="1">
                <a:solidFill>
                  <a:srgbClr val="FFFFFF"/>
                </a:solidFill>
                <a:latin typeface="Microsoft YaHei" panose="020B0503020204020204" pitchFamily="34" charset="-122"/>
              </a:rPr>
              <a:t>/ɒ/</a:t>
            </a:r>
            <a:endParaRPr lang="zh-CN" altLang="en-US" sz="28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96904B42-8CC9-5DE8-2C56-BFFFF34F47FB}"/>
              </a:ext>
            </a:extLst>
          </p:cNvPr>
          <p:cNvSpPr/>
          <p:nvPr/>
        </p:nvSpPr>
        <p:spPr>
          <a:xfrm>
            <a:off x="508000" y="2006600"/>
            <a:ext cx="2540000" cy="571500"/>
          </a:xfrm>
          <a:prstGeom prst="roundRect">
            <a:avLst/>
          </a:prstGeom>
          <a:solidFill>
            <a:srgbClr val="FFFFFF"/>
          </a:solidFill>
          <a:ln>
            <a:solidFill>
              <a:srgbClr val="8E44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45511B6-2E17-D6FA-7F8D-575EDC2137C1}"/>
              </a:ext>
            </a:extLst>
          </p:cNvPr>
          <p:cNvSpPr txBox="1"/>
          <p:nvPr/>
        </p:nvSpPr>
        <p:spPr>
          <a:xfrm>
            <a:off x="508000" y="2057400"/>
            <a:ext cx="254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b="1">
                <a:solidFill>
                  <a:srgbClr val="8E44AD"/>
                </a:solidFill>
                <a:latin typeface="Microsoft YaHei" panose="020B0503020204020204" pitchFamily="34" charset="-122"/>
              </a:rPr>
              <a:t>hot</a:t>
            </a:r>
            <a:endParaRPr lang="zh-CN" altLang="en-US" b="1">
              <a:solidFill>
                <a:srgbClr val="8E44A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F1CF2C9-86E4-AC77-C249-C7F1593A0008}"/>
              </a:ext>
            </a:extLst>
          </p:cNvPr>
          <p:cNvSpPr txBox="1"/>
          <p:nvPr/>
        </p:nvSpPr>
        <p:spPr>
          <a:xfrm>
            <a:off x="546100" y="2641600"/>
            <a:ext cx="2476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200">
                <a:solidFill>
                  <a:srgbClr val="7F8C8D"/>
                </a:solidFill>
                <a:latin typeface="Microsoft YaHei" panose="020B0503020204020204" pitchFamily="34" charset="-122"/>
              </a:rPr>
              <a:t>hot, tree, bee</a:t>
            </a:r>
            <a:endParaRPr lang="zh-CN" altLang="en-US" sz="1200">
              <a:solidFill>
                <a:srgbClr val="7F8C8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36E3B7B8-915E-4828-81F7-C34592DF7D47}"/>
              </a:ext>
            </a:extLst>
          </p:cNvPr>
          <p:cNvSpPr/>
          <p:nvPr/>
        </p:nvSpPr>
        <p:spPr>
          <a:xfrm>
            <a:off x="3365500" y="1143000"/>
            <a:ext cx="2667000" cy="2540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12A6F7B5-4A43-0B69-5AC0-7D60B7F8A35C}"/>
              </a:ext>
            </a:extLst>
          </p:cNvPr>
          <p:cNvSpPr/>
          <p:nvPr/>
        </p:nvSpPr>
        <p:spPr>
          <a:xfrm>
            <a:off x="3429000" y="1206500"/>
            <a:ext cx="2540000" cy="698500"/>
          </a:xfrm>
          <a:prstGeom prst="roundRect">
            <a:avLst/>
          </a:prstGeom>
          <a:solidFill>
            <a:srgbClr val="8E44A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3C78F9E-204A-FA33-447B-7B08B3438F5C}"/>
              </a:ext>
            </a:extLst>
          </p:cNvPr>
          <p:cNvSpPr txBox="1"/>
          <p:nvPr/>
        </p:nvSpPr>
        <p:spPr>
          <a:xfrm>
            <a:off x="3429000" y="1244600"/>
            <a:ext cx="254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800" b="1">
                <a:solidFill>
                  <a:srgbClr val="FFFFFF"/>
                </a:solidFill>
                <a:latin typeface="Microsoft YaHei" panose="020B0503020204020204" pitchFamily="34" charset="-122"/>
              </a:rPr>
              <a:t>/ɔ:/</a:t>
            </a:r>
            <a:endParaRPr lang="zh-CN" altLang="en-US" sz="28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16BF1B98-2523-7113-47CE-F700CABD0C30}"/>
              </a:ext>
            </a:extLst>
          </p:cNvPr>
          <p:cNvSpPr/>
          <p:nvPr/>
        </p:nvSpPr>
        <p:spPr>
          <a:xfrm>
            <a:off x="3429000" y="2006600"/>
            <a:ext cx="2540000" cy="571500"/>
          </a:xfrm>
          <a:prstGeom prst="roundRect">
            <a:avLst/>
          </a:prstGeom>
          <a:solidFill>
            <a:srgbClr val="FFFFFF"/>
          </a:solidFill>
          <a:ln>
            <a:solidFill>
              <a:srgbClr val="8E44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E6FEB5C-19A2-7682-C2DD-E5E84C9676A9}"/>
              </a:ext>
            </a:extLst>
          </p:cNvPr>
          <p:cNvSpPr txBox="1"/>
          <p:nvPr/>
        </p:nvSpPr>
        <p:spPr>
          <a:xfrm>
            <a:off x="3429000" y="2057400"/>
            <a:ext cx="254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b="1">
                <a:solidFill>
                  <a:srgbClr val="8E44AD"/>
                </a:solidFill>
                <a:latin typeface="Microsoft YaHei" panose="020B0503020204020204" pitchFamily="34" charset="-122"/>
              </a:rPr>
              <a:t>door</a:t>
            </a:r>
            <a:endParaRPr lang="zh-CN" altLang="en-US" b="1">
              <a:solidFill>
                <a:srgbClr val="8E44A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DC0473A-881B-64C5-63BA-0C5E6D819B80}"/>
              </a:ext>
            </a:extLst>
          </p:cNvPr>
          <p:cNvSpPr txBox="1"/>
          <p:nvPr/>
        </p:nvSpPr>
        <p:spPr>
          <a:xfrm>
            <a:off x="3467100" y="2641600"/>
            <a:ext cx="2476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200">
                <a:solidFill>
                  <a:srgbClr val="7F8C8D"/>
                </a:solidFill>
                <a:latin typeface="Microsoft YaHei" panose="020B0503020204020204" pitchFamily="34" charset="-122"/>
              </a:rPr>
              <a:t>door, tree, bee</a:t>
            </a:r>
            <a:endParaRPr lang="zh-CN" altLang="en-US" sz="1200">
              <a:solidFill>
                <a:srgbClr val="7F8C8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45574EE9-79A8-3B15-8B20-2952CE3DCF67}"/>
              </a:ext>
            </a:extLst>
          </p:cNvPr>
          <p:cNvSpPr/>
          <p:nvPr/>
        </p:nvSpPr>
        <p:spPr>
          <a:xfrm>
            <a:off x="6286500" y="1143000"/>
            <a:ext cx="2667000" cy="2540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9C7AD092-35A8-8B60-CF6B-9F85EC651B91}"/>
              </a:ext>
            </a:extLst>
          </p:cNvPr>
          <p:cNvSpPr/>
          <p:nvPr/>
        </p:nvSpPr>
        <p:spPr>
          <a:xfrm>
            <a:off x="6350000" y="1206500"/>
            <a:ext cx="2540000" cy="698500"/>
          </a:xfrm>
          <a:prstGeom prst="roundRect">
            <a:avLst/>
          </a:prstGeom>
          <a:solidFill>
            <a:srgbClr val="8E44A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DE30EC5-92D9-7D57-631A-971447F3C6B5}"/>
              </a:ext>
            </a:extLst>
          </p:cNvPr>
          <p:cNvSpPr txBox="1"/>
          <p:nvPr/>
        </p:nvSpPr>
        <p:spPr>
          <a:xfrm>
            <a:off x="6350000" y="1244600"/>
            <a:ext cx="254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800" b="1">
                <a:solidFill>
                  <a:srgbClr val="FFFFFF"/>
                </a:solidFill>
                <a:latin typeface="Microsoft YaHei" panose="020B0503020204020204" pitchFamily="34" charset="-122"/>
              </a:rPr>
              <a:t>/u:/</a:t>
            </a:r>
            <a:endParaRPr lang="zh-CN" altLang="en-US" sz="28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0865DA09-C2B2-D1FE-9499-C5722E093934}"/>
              </a:ext>
            </a:extLst>
          </p:cNvPr>
          <p:cNvSpPr/>
          <p:nvPr/>
        </p:nvSpPr>
        <p:spPr>
          <a:xfrm>
            <a:off x="6350000" y="2006600"/>
            <a:ext cx="2540000" cy="571500"/>
          </a:xfrm>
          <a:prstGeom prst="roundRect">
            <a:avLst/>
          </a:prstGeom>
          <a:solidFill>
            <a:srgbClr val="FFFFFF"/>
          </a:solidFill>
          <a:ln>
            <a:solidFill>
              <a:srgbClr val="8E44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E682963-F66C-8AF6-8E2E-4CF95AA7E825}"/>
              </a:ext>
            </a:extLst>
          </p:cNvPr>
          <p:cNvSpPr txBox="1"/>
          <p:nvPr/>
        </p:nvSpPr>
        <p:spPr>
          <a:xfrm>
            <a:off x="6350000" y="2057400"/>
            <a:ext cx="254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b="1">
                <a:solidFill>
                  <a:srgbClr val="8E44AD"/>
                </a:solidFill>
                <a:latin typeface="Microsoft YaHei" panose="020B0503020204020204" pitchFamily="34" charset="-122"/>
              </a:rPr>
              <a:t>blue</a:t>
            </a:r>
            <a:endParaRPr lang="zh-CN" altLang="en-US" b="1">
              <a:solidFill>
                <a:srgbClr val="8E44A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EA06DCB-2B85-AA6C-217B-6499F5A4B8D0}"/>
              </a:ext>
            </a:extLst>
          </p:cNvPr>
          <p:cNvSpPr txBox="1"/>
          <p:nvPr/>
        </p:nvSpPr>
        <p:spPr>
          <a:xfrm>
            <a:off x="6388100" y="2641600"/>
            <a:ext cx="2476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200">
                <a:solidFill>
                  <a:srgbClr val="7F8C8D"/>
                </a:solidFill>
                <a:latin typeface="Microsoft YaHei" panose="020B0503020204020204" pitchFamily="34" charset="-122"/>
              </a:rPr>
              <a:t>blue, tree, bee</a:t>
            </a:r>
            <a:endParaRPr lang="zh-CN" altLang="en-US" sz="1200">
              <a:solidFill>
                <a:srgbClr val="7F8C8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0FAAB87C-5C7E-D6E8-A2DB-4F6A4DB165EA}"/>
              </a:ext>
            </a:extLst>
          </p:cNvPr>
          <p:cNvSpPr/>
          <p:nvPr/>
        </p:nvSpPr>
        <p:spPr>
          <a:xfrm>
            <a:off x="9207500" y="1143000"/>
            <a:ext cx="2667000" cy="2540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555A5D91-8A41-C6F7-3720-59FA2D178F31}"/>
              </a:ext>
            </a:extLst>
          </p:cNvPr>
          <p:cNvSpPr/>
          <p:nvPr/>
        </p:nvSpPr>
        <p:spPr>
          <a:xfrm>
            <a:off x="9271000" y="1206500"/>
            <a:ext cx="2540000" cy="698500"/>
          </a:xfrm>
          <a:prstGeom prst="roundRect">
            <a:avLst/>
          </a:prstGeom>
          <a:solidFill>
            <a:srgbClr val="8E44A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C7BA40E-A251-2ACE-FB43-8C251972DB7D}"/>
              </a:ext>
            </a:extLst>
          </p:cNvPr>
          <p:cNvSpPr txBox="1"/>
          <p:nvPr/>
        </p:nvSpPr>
        <p:spPr>
          <a:xfrm>
            <a:off x="9271000" y="1244600"/>
            <a:ext cx="254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800" b="1">
                <a:solidFill>
                  <a:srgbClr val="FFFFFF"/>
                </a:solidFill>
                <a:latin typeface="Microsoft YaHei" panose="020B0503020204020204" pitchFamily="34" charset="-122"/>
              </a:rPr>
              <a:t>/ʊ/</a:t>
            </a:r>
            <a:endParaRPr lang="zh-CN" altLang="en-US" sz="28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1A5793E6-8BCE-0A74-6DF1-42E7E36B8CE6}"/>
              </a:ext>
            </a:extLst>
          </p:cNvPr>
          <p:cNvSpPr/>
          <p:nvPr/>
        </p:nvSpPr>
        <p:spPr>
          <a:xfrm>
            <a:off x="9271000" y="2006600"/>
            <a:ext cx="2540000" cy="571500"/>
          </a:xfrm>
          <a:prstGeom prst="roundRect">
            <a:avLst/>
          </a:prstGeom>
          <a:solidFill>
            <a:srgbClr val="FFFFFF"/>
          </a:solidFill>
          <a:ln>
            <a:solidFill>
              <a:srgbClr val="8E44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2073922F-914B-BFDC-7E8C-8C69D018C9DA}"/>
              </a:ext>
            </a:extLst>
          </p:cNvPr>
          <p:cNvSpPr txBox="1"/>
          <p:nvPr/>
        </p:nvSpPr>
        <p:spPr>
          <a:xfrm>
            <a:off x="9271000" y="2057400"/>
            <a:ext cx="254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b="1">
                <a:solidFill>
                  <a:srgbClr val="8E44AD"/>
                </a:solidFill>
                <a:latin typeface="Microsoft YaHei" panose="020B0503020204020204" pitchFamily="34" charset="-122"/>
              </a:rPr>
              <a:t>book</a:t>
            </a:r>
            <a:endParaRPr lang="zh-CN" altLang="en-US" b="1">
              <a:solidFill>
                <a:srgbClr val="8E44A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0F4BF5D-6A5E-C7C1-C319-A59F9931D768}"/>
              </a:ext>
            </a:extLst>
          </p:cNvPr>
          <p:cNvSpPr txBox="1"/>
          <p:nvPr/>
        </p:nvSpPr>
        <p:spPr>
          <a:xfrm>
            <a:off x="9309100" y="2641600"/>
            <a:ext cx="2476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200">
                <a:solidFill>
                  <a:srgbClr val="7F8C8D"/>
                </a:solidFill>
                <a:latin typeface="Microsoft YaHei" panose="020B0503020204020204" pitchFamily="34" charset="-122"/>
              </a:rPr>
              <a:t>book, tree, bee</a:t>
            </a:r>
            <a:endParaRPr lang="zh-CN" altLang="en-US" sz="1200">
              <a:solidFill>
                <a:srgbClr val="7F8C8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5-Point Star 27"/>
          <p:cNvSpPr/>
          <p:nvPr/>
        </p:nvSpPr>
        <p:spPr>
          <a:xfrm rot="1980000">
            <a:off x="2646051" y="6472759"/>
            <a:ext cx="200000" cy="200000"/>
          </a:xfrm>
          <a:prstGeom prst="star5">
            <a:avLst/>
          </a:prstGeom>
          <a:solidFill>
            <a:srgbClr val="4FC3F7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5-Point Star 28"/>
          <p:cNvSpPr/>
          <p:nvPr/>
        </p:nvSpPr>
        <p:spPr>
          <a:xfrm rot="10620000">
            <a:off x="9757854" y="6383324"/>
            <a:ext cx="200000" cy="200000"/>
          </a:xfrm>
          <a:prstGeom prst="star5">
            <a:avLst/>
          </a:prstGeom>
          <a:solidFill>
            <a:srgbClr val="FFD700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5-Point Star 29"/>
          <p:cNvSpPr/>
          <p:nvPr/>
        </p:nvSpPr>
        <p:spPr>
          <a:xfrm rot="13080000">
            <a:off x="11784259" y="5180000"/>
            <a:ext cx="200000" cy="200000"/>
          </a:xfrm>
          <a:prstGeom prst="star5">
            <a:avLst/>
          </a:prstGeom>
          <a:solidFill>
            <a:srgbClr val="CE93D8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018643" y="6282268"/>
            <a:ext cx="127463" cy="127463"/>
          </a:xfrm>
          <a:prstGeom prst="ellipse">
            <a:avLst/>
          </a:prstGeom>
          <a:solidFill>
            <a:srgbClr val="FFCDD2">
              <a:alpha val="2315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477900" y="968607"/>
            <a:ext cx="62896" cy="62896"/>
          </a:xfrm>
          <a:prstGeom prst="ellipse">
            <a:avLst/>
          </a:prstGeom>
          <a:solidFill>
            <a:srgbClr val="B3E5FC">
              <a:alpha val="2018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463400" y="3832810"/>
            <a:ext cx="97903" cy="97903"/>
          </a:xfrm>
          <a:prstGeom prst="ellipse">
            <a:avLst/>
          </a:prstGeom>
          <a:solidFill>
            <a:srgbClr val="B2EBF2">
              <a:alpha val="1955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390545" y="910644"/>
            <a:ext cx="73772" cy="73772"/>
          </a:xfrm>
          <a:prstGeom prst="ellipse">
            <a:avLst/>
          </a:prstGeom>
          <a:solidFill>
            <a:srgbClr val="E1BEE7">
              <a:alpha val="3044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762595" y="6592033"/>
            <a:ext cx="129430" cy="129430"/>
          </a:xfrm>
          <a:prstGeom prst="ellipse">
            <a:avLst/>
          </a:prstGeom>
          <a:solidFill>
            <a:srgbClr val="B2EBF2">
              <a:alpha val="1876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807448" y="975634"/>
            <a:ext cx="85580" cy="85580"/>
          </a:xfrm>
          <a:prstGeom prst="ellipse">
            <a:avLst/>
          </a:prstGeom>
          <a:solidFill>
            <a:srgbClr val="FFCCBC">
              <a:alpha val="2145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41346929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lin ang="3600000" scaled="1"/>
          <a:gsLst>
            <a:gs pos="0">
              <a:srgbClr val="FEF9E7"/>
            </a:gs>
            <a:gs pos="30000">
              <a:srgbClr val="FDEBD0"/>
            </a:gs>
            <a:gs pos="70000">
              <a:srgbClr val="D6EAF8"/>
            </a:gs>
            <a:gs pos="100000">
              <a:srgbClr val="E8DAEF"/>
            </a:gs>
          </a:gsLst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8983D04-56E5-06B5-FC8A-4FE9EA2D1F4C}"/>
              </a:ext>
            </a:extLst>
          </p:cNvPr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1A3C6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0F60142-6587-4E39-5E0C-9BD50734AF44}"/>
              </a:ext>
            </a:extLst>
          </p:cNvPr>
          <p:cNvSpPr txBox="1"/>
          <p:nvPr/>
        </p:nvSpPr>
        <p:spPr>
          <a:xfrm>
            <a:off x="254000" y="127000"/>
            <a:ext cx="762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2800" b="1">
                <a:solidFill>
                  <a:srgbClr val="FFFFFF"/>
                </a:solidFill>
                <a:latin typeface="Microsoft YaHei" panose="020B0503020204020204" pitchFamily="34" charset="-122"/>
              </a:rPr>
              <a:t>🌟 双元音 </a:t>
            </a:r>
            <a:r>
              <a:rPr lang="en-US" altLang="zh-CN" sz="2800" b="1">
                <a:solidFill>
                  <a:srgbClr val="FFFFFF"/>
                </a:solidFill>
                <a:latin typeface="Microsoft YaHei" panose="020B0503020204020204" pitchFamily="34" charset="-122"/>
              </a:rPr>
              <a:t>(8</a:t>
            </a:r>
            <a:r>
              <a:rPr lang="zh-CN" altLang="en-US" sz="2800" b="1">
                <a:solidFill>
                  <a:srgbClr val="FFFFFF"/>
                </a:solidFill>
                <a:latin typeface="Microsoft YaHei" panose="020B0503020204020204" pitchFamily="34" charset="-122"/>
              </a:rPr>
              <a:t>个</a:t>
            </a:r>
            <a:r>
              <a:rPr lang="en-US" altLang="zh-CN" sz="2800" b="1">
                <a:solidFill>
                  <a:srgbClr val="FFFFFF"/>
                </a:solidFill>
                <a:latin typeface="Microsoft YaHei" panose="020B0503020204020204" pitchFamily="34" charset="-122"/>
              </a:rPr>
              <a:t>)</a:t>
            </a:r>
            <a:endParaRPr lang="zh-CN" altLang="en-US" sz="28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0D679FB6-9BAC-D87F-06D1-A027CD307165}"/>
              </a:ext>
            </a:extLst>
          </p:cNvPr>
          <p:cNvSpPr/>
          <p:nvPr/>
        </p:nvSpPr>
        <p:spPr>
          <a:xfrm>
            <a:off x="381000" y="1079500"/>
            <a:ext cx="2667000" cy="2032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386A254E-81D5-6B5A-2D1C-6068BEF0E673}"/>
              </a:ext>
            </a:extLst>
          </p:cNvPr>
          <p:cNvSpPr/>
          <p:nvPr/>
        </p:nvSpPr>
        <p:spPr>
          <a:xfrm>
            <a:off x="444500" y="1143000"/>
            <a:ext cx="2540000" cy="635000"/>
          </a:xfrm>
          <a:prstGeom prst="roundRect">
            <a:avLst/>
          </a:prstGeom>
          <a:solidFill>
            <a:srgbClr val="5B9BD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F5AB786-97EE-8413-6D06-A77ED49AD7A4}"/>
              </a:ext>
            </a:extLst>
          </p:cNvPr>
          <p:cNvSpPr txBox="1"/>
          <p:nvPr/>
        </p:nvSpPr>
        <p:spPr>
          <a:xfrm>
            <a:off x="444500" y="1181100"/>
            <a:ext cx="254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200" b="1">
                <a:solidFill>
                  <a:srgbClr val="FFFFFF"/>
                </a:solidFill>
                <a:latin typeface="Microsoft YaHei" panose="020B0503020204020204" pitchFamily="34" charset="-122"/>
              </a:rPr>
              <a:t>[eɪ]</a:t>
            </a:r>
            <a:endParaRPr lang="zh-CN" altLang="en-US" sz="22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D6988DD1-CFD2-8EFF-7B06-715B6E0C7EEE}"/>
              </a:ext>
            </a:extLst>
          </p:cNvPr>
          <p:cNvSpPr/>
          <p:nvPr/>
        </p:nvSpPr>
        <p:spPr>
          <a:xfrm>
            <a:off x="444500" y="1841500"/>
            <a:ext cx="2540000" cy="571500"/>
          </a:xfrm>
          <a:prstGeom prst="roundRect">
            <a:avLst/>
          </a:prstGeom>
          <a:solidFill>
            <a:srgbClr val="FFFFFF"/>
          </a:solidFill>
          <a:ln>
            <a:solidFill>
              <a:srgbClr val="5B9B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C2588A8-0B97-E2BD-4359-E99798A05535}"/>
              </a:ext>
            </a:extLst>
          </p:cNvPr>
          <p:cNvSpPr txBox="1"/>
          <p:nvPr/>
        </p:nvSpPr>
        <p:spPr>
          <a:xfrm>
            <a:off x="444500" y="1879600"/>
            <a:ext cx="254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600" b="1">
                <a:solidFill>
                  <a:srgbClr val="5B9BD5"/>
                </a:solidFill>
                <a:latin typeface="Microsoft YaHei" panose="020B0503020204020204" pitchFamily="34" charset="-122"/>
              </a:rPr>
              <a:t>cake</a:t>
            </a:r>
            <a:endParaRPr lang="zh-CN" altLang="en-US" sz="1600" b="1">
              <a:solidFill>
                <a:srgbClr val="5B9BD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CCA6F8D9-4BD0-477D-5A84-5150BF037A17}"/>
              </a:ext>
            </a:extLst>
          </p:cNvPr>
          <p:cNvSpPr/>
          <p:nvPr/>
        </p:nvSpPr>
        <p:spPr>
          <a:xfrm>
            <a:off x="3302000" y="1079500"/>
            <a:ext cx="2667000" cy="2032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B6F5137D-50A7-7EB2-65D7-CDE8E99A4326}"/>
              </a:ext>
            </a:extLst>
          </p:cNvPr>
          <p:cNvSpPr/>
          <p:nvPr/>
        </p:nvSpPr>
        <p:spPr>
          <a:xfrm>
            <a:off x="3365500" y="1143000"/>
            <a:ext cx="2540000" cy="635000"/>
          </a:xfrm>
          <a:prstGeom prst="roundRect">
            <a:avLst/>
          </a:prstGeom>
          <a:solidFill>
            <a:srgbClr val="5B9BD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3EF24A8-9D7D-D5F6-800E-3807E3E2BA98}"/>
              </a:ext>
            </a:extLst>
          </p:cNvPr>
          <p:cNvSpPr txBox="1"/>
          <p:nvPr/>
        </p:nvSpPr>
        <p:spPr>
          <a:xfrm>
            <a:off x="3365500" y="1181100"/>
            <a:ext cx="254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200" b="1">
                <a:solidFill>
                  <a:srgbClr val="FFFFFF"/>
                </a:solidFill>
                <a:latin typeface="Microsoft YaHei" panose="020B0503020204020204" pitchFamily="34" charset="-122"/>
              </a:rPr>
              <a:t>[aɪ]</a:t>
            </a:r>
            <a:endParaRPr lang="zh-CN" altLang="en-US" sz="22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4C4346D8-1353-1CB6-D813-72857D786F6E}"/>
              </a:ext>
            </a:extLst>
          </p:cNvPr>
          <p:cNvSpPr/>
          <p:nvPr/>
        </p:nvSpPr>
        <p:spPr>
          <a:xfrm>
            <a:off x="3365500" y="1841500"/>
            <a:ext cx="2540000" cy="571500"/>
          </a:xfrm>
          <a:prstGeom prst="roundRect">
            <a:avLst/>
          </a:prstGeom>
          <a:solidFill>
            <a:srgbClr val="FFFFFF"/>
          </a:solidFill>
          <a:ln>
            <a:solidFill>
              <a:srgbClr val="5B9B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AA9D3C2-16CD-3071-F90F-FEF6280B2370}"/>
              </a:ext>
            </a:extLst>
          </p:cNvPr>
          <p:cNvSpPr txBox="1"/>
          <p:nvPr/>
        </p:nvSpPr>
        <p:spPr>
          <a:xfrm>
            <a:off x="3365500" y="1879600"/>
            <a:ext cx="254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600" b="1">
                <a:solidFill>
                  <a:srgbClr val="5B9BD5"/>
                </a:solidFill>
                <a:latin typeface="Microsoft YaHei" panose="020B0503020204020204" pitchFamily="34" charset="-122"/>
              </a:rPr>
              <a:t>time</a:t>
            </a:r>
            <a:endParaRPr lang="zh-CN" altLang="en-US" sz="1600" b="1">
              <a:solidFill>
                <a:srgbClr val="5B9BD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DD6852D3-2724-B699-337D-9F72BD0D4C0F}"/>
              </a:ext>
            </a:extLst>
          </p:cNvPr>
          <p:cNvSpPr/>
          <p:nvPr/>
        </p:nvSpPr>
        <p:spPr>
          <a:xfrm>
            <a:off x="6223000" y="1079500"/>
            <a:ext cx="2667000" cy="2032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E1867E2F-5D28-1609-BA52-6A333E144157}"/>
              </a:ext>
            </a:extLst>
          </p:cNvPr>
          <p:cNvSpPr/>
          <p:nvPr/>
        </p:nvSpPr>
        <p:spPr>
          <a:xfrm>
            <a:off x="6286500" y="1143000"/>
            <a:ext cx="2540000" cy="635000"/>
          </a:xfrm>
          <a:prstGeom prst="roundRect">
            <a:avLst/>
          </a:prstGeom>
          <a:solidFill>
            <a:srgbClr val="5B9BD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E4A882F-3B29-CE87-951E-BFE4E55C9C53}"/>
              </a:ext>
            </a:extLst>
          </p:cNvPr>
          <p:cNvSpPr txBox="1"/>
          <p:nvPr/>
        </p:nvSpPr>
        <p:spPr>
          <a:xfrm>
            <a:off x="6286500" y="1181100"/>
            <a:ext cx="254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200" b="1">
                <a:solidFill>
                  <a:srgbClr val="FFFFFF"/>
                </a:solidFill>
                <a:latin typeface="Microsoft YaHei" panose="020B0503020204020204" pitchFamily="34" charset="-122"/>
              </a:rPr>
              <a:t>[ɔɪ]</a:t>
            </a:r>
            <a:endParaRPr lang="zh-CN" altLang="en-US" sz="22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61E5573A-AF8D-1726-35DD-17C15C088914}"/>
              </a:ext>
            </a:extLst>
          </p:cNvPr>
          <p:cNvSpPr/>
          <p:nvPr/>
        </p:nvSpPr>
        <p:spPr>
          <a:xfrm>
            <a:off x="6286500" y="1841500"/>
            <a:ext cx="2540000" cy="571500"/>
          </a:xfrm>
          <a:prstGeom prst="roundRect">
            <a:avLst/>
          </a:prstGeom>
          <a:solidFill>
            <a:srgbClr val="FFFFFF"/>
          </a:solidFill>
          <a:ln>
            <a:solidFill>
              <a:srgbClr val="5B9B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13DCE2E-4D9D-9863-AC93-057CB0435563}"/>
              </a:ext>
            </a:extLst>
          </p:cNvPr>
          <p:cNvSpPr txBox="1"/>
          <p:nvPr/>
        </p:nvSpPr>
        <p:spPr>
          <a:xfrm>
            <a:off x="6286500" y="1879600"/>
            <a:ext cx="254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600" b="1">
                <a:solidFill>
                  <a:srgbClr val="5B9BD5"/>
                </a:solidFill>
                <a:latin typeface="Microsoft YaHei" panose="020B0503020204020204" pitchFamily="34" charset="-122"/>
              </a:rPr>
              <a:t>boy</a:t>
            </a:r>
            <a:endParaRPr lang="zh-CN" altLang="en-US" sz="1600" b="1">
              <a:solidFill>
                <a:srgbClr val="5B9BD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53CE067C-5AC0-7089-E591-896DC7C60D11}"/>
              </a:ext>
            </a:extLst>
          </p:cNvPr>
          <p:cNvSpPr/>
          <p:nvPr/>
        </p:nvSpPr>
        <p:spPr>
          <a:xfrm>
            <a:off x="9144000" y="1079500"/>
            <a:ext cx="2667000" cy="2032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9BB58E82-E485-0846-E744-F99E53EE8F15}"/>
              </a:ext>
            </a:extLst>
          </p:cNvPr>
          <p:cNvSpPr/>
          <p:nvPr/>
        </p:nvSpPr>
        <p:spPr>
          <a:xfrm>
            <a:off x="9207500" y="1143000"/>
            <a:ext cx="2540000" cy="635000"/>
          </a:xfrm>
          <a:prstGeom prst="roundRect">
            <a:avLst/>
          </a:prstGeom>
          <a:solidFill>
            <a:srgbClr val="5B9BD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4F72EED-4932-5080-B641-0A0D16918778}"/>
              </a:ext>
            </a:extLst>
          </p:cNvPr>
          <p:cNvSpPr txBox="1"/>
          <p:nvPr/>
        </p:nvSpPr>
        <p:spPr>
          <a:xfrm>
            <a:off x="9207500" y="1181100"/>
            <a:ext cx="254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200" b="1">
                <a:solidFill>
                  <a:srgbClr val="FFFFFF"/>
                </a:solidFill>
                <a:latin typeface="Microsoft YaHei" panose="020B0503020204020204" pitchFamily="34" charset="-122"/>
              </a:rPr>
              <a:t>[aʊ]</a:t>
            </a:r>
            <a:endParaRPr lang="zh-CN" altLang="en-US" sz="22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CF529EC2-4A5E-1F7F-1A0F-0ABC0FD3C612}"/>
              </a:ext>
            </a:extLst>
          </p:cNvPr>
          <p:cNvSpPr/>
          <p:nvPr/>
        </p:nvSpPr>
        <p:spPr>
          <a:xfrm>
            <a:off x="9207500" y="1841500"/>
            <a:ext cx="2540000" cy="571500"/>
          </a:xfrm>
          <a:prstGeom prst="roundRect">
            <a:avLst/>
          </a:prstGeom>
          <a:solidFill>
            <a:srgbClr val="FFFFFF"/>
          </a:solidFill>
          <a:ln>
            <a:solidFill>
              <a:srgbClr val="5B9B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3C8CDBB-6BB9-DCB3-D21E-3E36A8377DB9}"/>
              </a:ext>
            </a:extLst>
          </p:cNvPr>
          <p:cNvSpPr txBox="1"/>
          <p:nvPr/>
        </p:nvSpPr>
        <p:spPr>
          <a:xfrm>
            <a:off x="9207500" y="1879600"/>
            <a:ext cx="254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600" b="1">
                <a:solidFill>
                  <a:srgbClr val="5B9BD5"/>
                </a:solidFill>
                <a:latin typeface="Microsoft YaHei" panose="020B0503020204020204" pitchFamily="34" charset="-122"/>
              </a:rPr>
              <a:t>now</a:t>
            </a:r>
            <a:endParaRPr lang="zh-CN" altLang="en-US" sz="1600" b="1">
              <a:solidFill>
                <a:srgbClr val="5B9BD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CCAD71B7-4323-D579-1F82-08F3B1630290}"/>
              </a:ext>
            </a:extLst>
          </p:cNvPr>
          <p:cNvSpPr/>
          <p:nvPr/>
        </p:nvSpPr>
        <p:spPr>
          <a:xfrm>
            <a:off x="381000" y="3365500"/>
            <a:ext cx="2667000" cy="2032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F0C6F9DD-42DB-A56A-D146-C108140EBFCA}"/>
              </a:ext>
            </a:extLst>
          </p:cNvPr>
          <p:cNvSpPr/>
          <p:nvPr/>
        </p:nvSpPr>
        <p:spPr>
          <a:xfrm>
            <a:off x="444500" y="3429000"/>
            <a:ext cx="2540000" cy="635000"/>
          </a:xfrm>
          <a:prstGeom prst="roundRect">
            <a:avLst/>
          </a:prstGeom>
          <a:solidFill>
            <a:srgbClr val="5B9BD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7D3D8C5E-6D9C-E04C-9F46-27AD8023A1BA}"/>
              </a:ext>
            </a:extLst>
          </p:cNvPr>
          <p:cNvSpPr txBox="1"/>
          <p:nvPr/>
        </p:nvSpPr>
        <p:spPr>
          <a:xfrm>
            <a:off x="444500" y="3467100"/>
            <a:ext cx="254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200" b="1">
                <a:solidFill>
                  <a:srgbClr val="FFFFFF"/>
                </a:solidFill>
                <a:latin typeface="Microsoft YaHei" panose="020B0503020204020204" pitchFamily="34" charset="-122"/>
              </a:rPr>
              <a:t>[əʊ]</a:t>
            </a:r>
            <a:endParaRPr lang="zh-CN" altLang="en-US" sz="22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37F7D069-E216-720C-ACA2-3538CBBBACD4}"/>
              </a:ext>
            </a:extLst>
          </p:cNvPr>
          <p:cNvSpPr/>
          <p:nvPr/>
        </p:nvSpPr>
        <p:spPr>
          <a:xfrm>
            <a:off x="444500" y="4127500"/>
            <a:ext cx="2540000" cy="571500"/>
          </a:xfrm>
          <a:prstGeom prst="roundRect">
            <a:avLst/>
          </a:prstGeom>
          <a:solidFill>
            <a:srgbClr val="FFFFFF"/>
          </a:solidFill>
          <a:ln>
            <a:solidFill>
              <a:srgbClr val="5B9B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DF017DFB-40A6-B560-ECD4-224AFDC37487}"/>
              </a:ext>
            </a:extLst>
          </p:cNvPr>
          <p:cNvSpPr txBox="1"/>
          <p:nvPr/>
        </p:nvSpPr>
        <p:spPr>
          <a:xfrm>
            <a:off x="444500" y="4165600"/>
            <a:ext cx="254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600" b="1">
                <a:solidFill>
                  <a:srgbClr val="5B9BD5"/>
                </a:solidFill>
                <a:latin typeface="Microsoft YaHei" panose="020B0503020204020204" pitchFamily="34" charset="-122"/>
              </a:rPr>
              <a:t>go</a:t>
            </a:r>
            <a:endParaRPr lang="zh-CN" altLang="en-US" sz="1600" b="1">
              <a:solidFill>
                <a:srgbClr val="5B9BD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18B1351B-F709-AD9D-700D-D14C501B731C}"/>
              </a:ext>
            </a:extLst>
          </p:cNvPr>
          <p:cNvSpPr/>
          <p:nvPr/>
        </p:nvSpPr>
        <p:spPr>
          <a:xfrm>
            <a:off x="3302000" y="3365500"/>
            <a:ext cx="2667000" cy="2032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AAAA731D-AEDA-5464-56A4-2E9B79B6A28F}"/>
              </a:ext>
            </a:extLst>
          </p:cNvPr>
          <p:cNvSpPr/>
          <p:nvPr/>
        </p:nvSpPr>
        <p:spPr>
          <a:xfrm>
            <a:off x="3365500" y="3429000"/>
            <a:ext cx="2540000" cy="635000"/>
          </a:xfrm>
          <a:prstGeom prst="roundRect">
            <a:avLst/>
          </a:prstGeom>
          <a:solidFill>
            <a:srgbClr val="5B9BD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E08E950A-B570-10CD-9FC9-74E2A27A5E9B}"/>
              </a:ext>
            </a:extLst>
          </p:cNvPr>
          <p:cNvSpPr txBox="1"/>
          <p:nvPr/>
        </p:nvSpPr>
        <p:spPr>
          <a:xfrm>
            <a:off x="3365500" y="3467100"/>
            <a:ext cx="254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200" b="1">
                <a:solidFill>
                  <a:srgbClr val="FFFFFF"/>
                </a:solidFill>
                <a:latin typeface="Microsoft YaHei" panose="020B0503020204020204" pitchFamily="34" charset="-122"/>
              </a:rPr>
              <a:t>[ɪə]</a:t>
            </a:r>
            <a:endParaRPr lang="zh-CN" altLang="en-US" sz="22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63D77E70-7526-CD00-6ACC-786446C6E3D2}"/>
              </a:ext>
            </a:extLst>
          </p:cNvPr>
          <p:cNvSpPr/>
          <p:nvPr/>
        </p:nvSpPr>
        <p:spPr>
          <a:xfrm>
            <a:off x="3365500" y="4127500"/>
            <a:ext cx="2540000" cy="571500"/>
          </a:xfrm>
          <a:prstGeom prst="roundRect">
            <a:avLst/>
          </a:prstGeom>
          <a:solidFill>
            <a:srgbClr val="FFFFFF"/>
          </a:solidFill>
          <a:ln>
            <a:solidFill>
              <a:srgbClr val="5B9B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8374D549-ACEB-AD01-4519-F0139A48123C}"/>
              </a:ext>
            </a:extLst>
          </p:cNvPr>
          <p:cNvSpPr txBox="1"/>
          <p:nvPr/>
        </p:nvSpPr>
        <p:spPr>
          <a:xfrm>
            <a:off x="3365500" y="4165600"/>
            <a:ext cx="254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600" b="1">
                <a:solidFill>
                  <a:srgbClr val="5B9BD5"/>
                </a:solidFill>
                <a:latin typeface="Microsoft YaHei" panose="020B0503020204020204" pitchFamily="34" charset="-122"/>
              </a:rPr>
              <a:t>dear</a:t>
            </a:r>
            <a:endParaRPr lang="zh-CN" altLang="en-US" sz="1600" b="1">
              <a:solidFill>
                <a:srgbClr val="5B9BD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6A87CCD9-C99F-187D-DFE9-7DEAFA425DE1}"/>
              </a:ext>
            </a:extLst>
          </p:cNvPr>
          <p:cNvSpPr/>
          <p:nvPr/>
        </p:nvSpPr>
        <p:spPr>
          <a:xfrm>
            <a:off x="6223000" y="3365500"/>
            <a:ext cx="2667000" cy="2032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823FDA55-6919-0422-1FE9-497E3F690A70}"/>
              </a:ext>
            </a:extLst>
          </p:cNvPr>
          <p:cNvSpPr/>
          <p:nvPr/>
        </p:nvSpPr>
        <p:spPr>
          <a:xfrm>
            <a:off x="6286500" y="3429000"/>
            <a:ext cx="2540000" cy="635000"/>
          </a:xfrm>
          <a:prstGeom prst="roundRect">
            <a:avLst/>
          </a:prstGeom>
          <a:solidFill>
            <a:srgbClr val="5B9BD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D04A78B0-D7FC-C283-82B8-34E2583F2F12}"/>
              </a:ext>
            </a:extLst>
          </p:cNvPr>
          <p:cNvSpPr txBox="1"/>
          <p:nvPr/>
        </p:nvSpPr>
        <p:spPr>
          <a:xfrm>
            <a:off x="6286500" y="3467100"/>
            <a:ext cx="254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200" b="1">
                <a:solidFill>
                  <a:srgbClr val="FFFFFF"/>
                </a:solidFill>
                <a:latin typeface="Microsoft YaHei" panose="020B0503020204020204" pitchFamily="34" charset="-122"/>
              </a:rPr>
              <a:t>[eə]</a:t>
            </a:r>
            <a:endParaRPr lang="zh-CN" altLang="en-US" sz="22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3552BE88-AB93-7EA6-EE19-4B72A458A1BA}"/>
              </a:ext>
            </a:extLst>
          </p:cNvPr>
          <p:cNvSpPr/>
          <p:nvPr/>
        </p:nvSpPr>
        <p:spPr>
          <a:xfrm>
            <a:off x="6286500" y="4127500"/>
            <a:ext cx="2540000" cy="571500"/>
          </a:xfrm>
          <a:prstGeom prst="roundRect">
            <a:avLst/>
          </a:prstGeom>
          <a:solidFill>
            <a:srgbClr val="FFFFFF"/>
          </a:solidFill>
          <a:ln>
            <a:solidFill>
              <a:srgbClr val="5B9B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DF5CD382-DDFB-D8AF-1E2E-5CA453D844A6}"/>
              </a:ext>
            </a:extLst>
          </p:cNvPr>
          <p:cNvSpPr txBox="1"/>
          <p:nvPr/>
        </p:nvSpPr>
        <p:spPr>
          <a:xfrm>
            <a:off x="6286500" y="4165600"/>
            <a:ext cx="254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600" b="1">
                <a:solidFill>
                  <a:srgbClr val="5B9BD5"/>
                </a:solidFill>
                <a:latin typeface="Microsoft YaHei" panose="020B0503020204020204" pitchFamily="34" charset="-122"/>
              </a:rPr>
              <a:t>care</a:t>
            </a:r>
            <a:endParaRPr lang="zh-CN" altLang="en-US" sz="1600" b="1">
              <a:solidFill>
                <a:srgbClr val="5B9BD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AFB11A24-0FBD-EF9D-5699-40C67B5DFFF4}"/>
              </a:ext>
            </a:extLst>
          </p:cNvPr>
          <p:cNvSpPr/>
          <p:nvPr/>
        </p:nvSpPr>
        <p:spPr>
          <a:xfrm>
            <a:off x="9144000" y="3365500"/>
            <a:ext cx="2667000" cy="2032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5C4568B5-D57F-A0C9-A525-345EE4070590}"/>
              </a:ext>
            </a:extLst>
          </p:cNvPr>
          <p:cNvSpPr/>
          <p:nvPr/>
        </p:nvSpPr>
        <p:spPr>
          <a:xfrm>
            <a:off x="9207500" y="3429000"/>
            <a:ext cx="2540000" cy="635000"/>
          </a:xfrm>
          <a:prstGeom prst="roundRect">
            <a:avLst/>
          </a:prstGeom>
          <a:solidFill>
            <a:srgbClr val="5B9BD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137FDBC5-0D10-333E-854F-58C5D2648E65}"/>
              </a:ext>
            </a:extLst>
          </p:cNvPr>
          <p:cNvSpPr txBox="1"/>
          <p:nvPr/>
        </p:nvSpPr>
        <p:spPr>
          <a:xfrm>
            <a:off x="9207500" y="3467100"/>
            <a:ext cx="254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200" b="1">
                <a:solidFill>
                  <a:srgbClr val="FFFFFF"/>
                </a:solidFill>
                <a:latin typeface="Microsoft YaHei" panose="020B0503020204020204" pitchFamily="34" charset="-122"/>
              </a:rPr>
              <a:t>[ʊə]</a:t>
            </a:r>
            <a:endParaRPr lang="zh-CN" altLang="en-US" sz="22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0399E5EC-5C98-46AE-E5A8-B4158AE95C89}"/>
              </a:ext>
            </a:extLst>
          </p:cNvPr>
          <p:cNvSpPr/>
          <p:nvPr/>
        </p:nvSpPr>
        <p:spPr>
          <a:xfrm>
            <a:off x="9207500" y="4127500"/>
            <a:ext cx="2540000" cy="571500"/>
          </a:xfrm>
          <a:prstGeom prst="roundRect">
            <a:avLst/>
          </a:prstGeom>
          <a:solidFill>
            <a:srgbClr val="FFFFFF"/>
          </a:solidFill>
          <a:ln>
            <a:solidFill>
              <a:srgbClr val="5B9B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9BA2B7C4-E0A5-8577-206C-D8BF1AF42FEB}"/>
              </a:ext>
            </a:extLst>
          </p:cNvPr>
          <p:cNvSpPr txBox="1"/>
          <p:nvPr/>
        </p:nvSpPr>
        <p:spPr>
          <a:xfrm>
            <a:off x="9207500" y="4165600"/>
            <a:ext cx="254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600" b="1">
                <a:solidFill>
                  <a:srgbClr val="5B9BD5"/>
                </a:solidFill>
                <a:latin typeface="Microsoft YaHei" panose="020B0503020204020204" pitchFamily="34" charset="-122"/>
              </a:rPr>
              <a:t>tour</a:t>
            </a:r>
            <a:endParaRPr lang="zh-CN" altLang="en-US" sz="1600" b="1">
              <a:solidFill>
                <a:srgbClr val="5B9BD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4" name="5-Point Star 43"/>
          <p:cNvSpPr/>
          <p:nvPr/>
        </p:nvSpPr>
        <p:spPr>
          <a:xfrm rot="19140000">
            <a:off x="8974277" y="6529846"/>
            <a:ext cx="200000" cy="200000"/>
          </a:xfrm>
          <a:prstGeom prst="star5">
            <a:avLst/>
          </a:prstGeom>
          <a:solidFill>
            <a:srgbClr val="FF6B6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5-Point Star 44"/>
          <p:cNvSpPr/>
          <p:nvPr/>
        </p:nvSpPr>
        <p:spPr>
          <a:xfrm rot="14940000">
            <a:off x="641345" y="6506393"/>
            <a:ext cx="200000" cy="200000"/>
          </a:xfrm>
          <a:prstGeom prst="star5">
            <a:avLst/>
          </a:prstGeom>
          <a:solidFill>
            <a:srgbClr val="CE93D8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5-Point Star 45"/>
          <p:cNvSpPr/>
          <p:nvPr/>
        </p:nvSpPr>
        <p:spPr>
          <a:xfrm rot="11820000">
            <a:off x="11713470" y="2978736"/>
            <a:ext cx="200000" cy="200000"/>
          </a:xfrm>
          <a:prstGeom prst="star5">
            <a:avLst/>
          </a:prstGeom>
          <a:solidFill>
            <a:srgbClr val="CE93D8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633600" y="336069"/>
            <a:ext cx="98268" cy="98268"/>
          </a:xfrm>
          <a:prstGeom prst="ellipse">
            <a:avLst/>
          </a:prstGeom>
          <a:solidFill>
            <a:srgbClr val="FFF9C4">
              <a:alpha val="2136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880685" y="2550086"/>
            <a:ext cx="119719" cy="119719"/>
          </a:xfrm>
          <a:prstGeom prst="ellipse">
            <a:avLst/>
          </a:prstGeom>
          <a:solidFill>
            <a:srgbClr val="B2EBF2">
              <a:alpha val="2363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498572" y="6344661"/>
            <a:ext cx="73672" cy="73672"/>
          </a:xfrm>
          <a:prstGeom prst="ellipse">
            <a:avLst/>
          </a:prstGeom>
          <a:solidFill>
            <a:srgbClr val="B3E5FC">
              <a:alpha val="3112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564308" y="6318192"/>
            <a:ext cx="96904" cy="96904"/>
          </a:xfrm>
          <a:prstGeom prst="ellipse">
            <a:avLst/>
          </a:prstGeom>
          <a:solidFill>
            <a:srgbClr val="FFCDD2">
              <a:alpha val="2414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234416" y="6145775"/>
            <a:ext cx="95442" cy="95442"/>
          </a:xfrm>
          <a:prstGeom prst="ellipse">
            <a:avLst/>
          </a:prstGeom>
          <a:solidFill>
            <a:srgbClr val="FFCDD2">
              <a:alpha val="1921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477408" y="5767926"/>
            <a:ext cx="126335" cy="126335"/>
          </a:xfrm>
          <a:prstGeom prst="ellipse">
            <a:avLst/>
          </a:prstGeom>
          <a:solidFill>
            <a:srgbClr val="B3E5FC">
              <a:alpha val="1767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2061469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lin ang="3600000" scaled="1"/>
          <a:gsLst>
            <a:gs pos="0">
              <a:srgbClr val="FEF9E7"/>
            </a:gs>
            <a:gs pos="30000">
              <a:srgbClr val="FDEBD0"/>
            </a:gs>
            <a:gs pos="70000">
              <a:srgbClr val="D6EAF8"/>
            </a:gs>
            <a:gs pos="100000">
              <a:srgbClr val="E8DAEF"/>
            </a:gs>
          </a:gsLst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FB71F45-1CA1-CEDA-8069-E4AFFEE6339A}"/>
              </a:ext>
            </a:extLst>
          </p:cNvPr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1A3C6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A43C0E7-06C4-4C67-80AC-BDBFDA785BD1}"/>
              </a:ext>
            </a:extLst>
          </p:cNvPr>
          <p:cNvSpPr txBox="1"/>
          <p:nvPr/>
        </p:nvSpPr>
        <p:spPr>
          <a:xfrm>
            <a:off x="254000" y="127000"/>
            <a:ext cx="762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2800" b="1">
                <a:solidFill>
                  <a:srgbClr val="FFFFFF"/>
                </a:solidFill>
                <a:latin typeface="Microsoft YaHei" panose="020B0503020204020204" pitchFamily="34" charset="-122"/>
              </a:rPr>
              <a:t>🌟 辅音（成对）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46C917DD-F029-D551-3025-3CB894474909}"/>
              </a:ext>
            </a:extLst>
          </p:cNvPr>
          <p:cNvSpPr/>
          <p:nvPr/>
        </p:nvSpPr>
        <p:spPr>
          <a:xfrm>
            <a:off x="381000" y="1079500"/>
            <a:ext cx="2667000" cy="2032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1F8EE885-B989-72E8-4D5D-8551B333CE76}"/>
              </a:ext>
            </a:extLst>
          </p:cNvPr>
          <p:cNvSpPr/>
          <p:nvPr/>
        </p:nvSpPr>
        <p:spPr>
          <a:xfrm>
            <a:off x="444500" y="1143000"/>
            <a:ext cx="2540000" cy="635000"/>
          </a:xfrm>
          <a:prstGeom prst="round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D014857-939F-2E9B-D7D3-23F19C9C81A3}"/>
              </a:ext>
            </a:extLst>
          </p:cNvPr>
          <p:cNvSpPr txBox="1"/>
          <p:nvPr/>
        </p:nvSpPr>
        <p:spPr>
          <a:xfrm>
            <a:off x="444500" y="1181100"/>
            <a:ext cx="254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200" b="1">
                <a:solidFill>
                  <a:srgbClr val="FFFFFF"/>
                </a:solidFill>
                <a:latin typeface="Microsoft YaHei" panose="020B0503020204020204" pitchFamily="34" charset="-122"/>
              </a:rPr>
              <a:t>[p-b]</a:t>
            </a:r>
            <a:endParaRPr lang="zh-CN" altLang="en-US" sz="22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22F56DD9-667C-C6C4-22C9-3C9E3053A5F1}"/>
              </a:ext>
            </a:extLst>
          </p:cNvPr>
          <p:cNvSpPr/>
          <p:nvPr/>
        </p:nvSpPr>
        <p:spPr>
          <a:xfrm>
            <a:off x="444500" y="1841500"/>
            <a:ext cx="2540000" cy="571500"/>
          </a:xfrm>
          <a:prstGeom prst="roundRect">
            <a:avLst/>
          </a:prstGeom>
          <a:solidFill>
            <a:srgbClr val="FFFFFF"/>
          </a:solidFill>
          <a:ln>
            <a:solidFill>
              <a:srgbClr val="27AE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9AF5F30-CA34-2751-E457-60441DFE84E5}"/>
              </a:ext>
            </a:extLst>
          </p:cNvPr>
          <p:cNvSpPr txBox="1"/>
          <p:nvPr/>
        </p:nvSpPr>
        <p:spPr>
          <a:xfrm>
            <a:off x="444500" y="1879600"/>
            <a:ext cx="254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600" b="1">
                <a:solidFill>
                  <a:srgbClr val="27AE60"/>
                </a:solidFill>
                <a:latin typeface="Microsoft YaHei" panose="020B0503020204020204" pitchFamily="34" charset="-122"/>
              </a:rPr>
              <a:t>pen-big</a:t>
            </a:r>
            <a:endParaRPr lang="zh-CN" altLang="en-US" sz="1600" b="1">
              <a:solidFill>
                <a:srgbClr val="27AE6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46E75F72-D904-11DD-D829-76FA20898158}"/>
              </a:ext>
            </a:extLst>
          </p:cNvPr>
          <p:cNvSpPr/>
          <p:nvPr/>
        </p:nvSpPr>
        <p:spPr>
          <a:xfrm>
            <a:off x="3302000" y="1079500"/>
            <a:ext cx="2667000" cy="2032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6AA23BD1-0BB0-9B56-57D3-CCC57109D82A}"/>
              </a:ext>
            </a:extLst>
          </p:cNvPr>
          <p:cNvSpPr/>
          <p:nvPr/>
        </p:nvSpPr>
        <p:spPr>
          <a:xfrm>
            <a:off x="3365500" y="1143000"/>
            <a:ext cx="2540000" cy="635000"/>
          </a:xfrm>
          <a:prstGeom prst="round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D6D978A-122C-E26C-6F46-82548C8D6FDF}"/>
              </a:ext>
            </a:extLst>
          </p:cNvPr>
          <p:cNvSpPr txBox="1"/>
          <p:nvPr/>
        </p:nvSpPr>
        <p:spPr>
          <a:xfrm>
            <a:off x="3365500" y="1181100"/>
            <a:ext cx="254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200" b="1">
                <a:solidFill>
                  <a:srgbClr val="FFFFFF"/>
                </a:solidFill>
                <a:latin typeface="Microsoft YaHei" panose="020B0503020204020204" pitchFamily="34" charset="-122"/>
              </a:rPr>
              <a:t>[t-d]</a:t>
            </a:r>
            <a:endParaRPr lang="zh-CN" altLang="en-US" sz="22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F66FC79C-A6CF-F762-08BE-42F60E1196A3}"/>
              </a:ext>
            </a:extLst>
          </p:cNvPr>
          <p:cNvSpPr/>
          <p:nvPr/>
        </p:nvSpPr>
        <p:spPr>
          <a:xfrm>
            <a:off x="3365500" y="1841500"/>
            <a:ext cx="2540000" cy="571500"/>
          </a:xfrm>
          <a:prstGeom prst="roundRect">
            <a:avLst/>
          </a:prstGeom>
          <a:solidFill>
            <a:srgbClr val="FFFFFF"/>
          </a:solidFill>
          <a:ln>
            <a:solidFill>
              <a:srgbClr val="27AE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58FCEE7-F3AB-5929-5A09-C6B6FA29EDD9}"/>
              </a:ext>
            </a:extLst>
          </p:cNvPr>
          <p:cNvSpPr txBox="1"/>
          <p:nvPr/>
        </p:nvSpPr>
        <p:spPr>
          <a:xfrm>
            <a:off x="3365500" y="1879600"/>
            <a:ext cx="254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600" b="1">
                <a:solidFill>
                  <a:srgbClr val="27AE60"/>
                </a:solidFill>
                <a:latin typeface="Microsoft YaHei" panose="020B0503020204020204" pitchFamily="34" charset="-122"/>
              </a:rPr>
              <a:t>ten-dog</a:t>
            </a:r>
            <a:endParaRPr lang="zh-CN" altLang="en-US" sz="1600" b="1">
              <a:solidFill>
                <a:srgbClr val="27AE6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CA14CBA6-FC15-DF25-A183-D231FC1ACFFE}"/>
              </a:ext>
            </a:extLst>
          </p:cNvPr>
          <p:cNvSpPr/>
          <p:nvPr/>
        </p:nvSpPr>
        <p:spPr>
          <a:xfrm>
            <a:off x="6223000" y="1079500"/>
            <a:ext cx="2667000" cy="2032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327D6A6A-4E0F-6932-8082-AA87213EB7B3}"/>
              </a:ext>
            </a:extLst>
          </p:cNvPr>
          <p:cNvSpPr/>
          <p:nvPr/>
        </p:nvSpPr>
        <p:spPr>
          <a:xfrm>
            <a:off x="6286500" y="1143000"/>
            <a:ext cx="2540000" cy="635000"/>
          </a:xfrm>
          <a:prstGeom prst="round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32FBE44-1A16-F4CA-BD4A-E3A290CEDB74}"/>
              </a:ext>
            </a:extLst>
          </p:cNvPr>
          <p:cNvSpPr txBox="1"/>
          <p:nvPr/>
        </p:nvSpPr>
        <p:spPr>
          <a:xfrm>
            <a:off x="6286500" y="1181100"/>
            <a:ext cx="254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200" b="1">
                <a:solidFill>
                  <a:srgbClr val="FFFFFF"/>
                </a:solidFill>
                <a:latin typeface="Microsoft YaHei" panose="020B0503020204020204" pitchFamily="34" charset="-122"/>
              </a:rPr>
              <a:t>[k-g]</a:t>
            </a:r>
            <a:endParaRPr lang="zh-CN" altLang="en-US" sz="22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76C7C2B0-1E02-533A-7109-1E685656F2B7}"/>
              </a:ext>
            </a:extLst>
          </p:cNvPr>
          <p:cNvSpPr/>
          <p:nvPr/>
        </p:nvSpPr>
        <p:spPr>
          <a:xfrm>
            <a:off x="6286500" y="1841500"/>
            <a:ext cx="2540000" cy="571500"/>
          </a:xfrm>
          <a:prstGeom prst="roundRect">
            <a:avLst/>
          </a:prstGeom>
          <a:solidFill>
            <a:srgbClr val="FFFFFF"/>
          </a:solidFill>
          <a:ln>
            <a:solidFill>
              <a:srgbClr val="27AE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1EB95C2-255C-CEF8-F069-A16C4C73B12C}"/>
              </a:ext>
            </a:extLst>
          </p:cNvPr>
          <p:cNvSpPr txBox="1"/>
          <p:nvPr/>
        </p:nvSpPr>
        <p:spPr>
          <a:xfrm>
            <a:off x="6286500" y="1879600"/>
            <a:ext cx="254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600" b="1">
                <a:solidFill>
                  <a:srgbClr val="27AE60"/>
                </a:solidFill>
                <a:latin typeface="Microsoft YaHei" panose="020B0503020204020204" pitchFamily="34" charset="-122"/>
              </a:rPr>
              <a:t>cat-go</a:t>
            </a:r>
            <a:endParaRPr lang="zh-CN" altLang="en-US" sz="1600" b="1">
              <a:solidFill>
                <a:srgbClr val="27AE6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F0BB3535-E602-890C-C29B-918BDEA997BD}"/>
              </a:ext>
            </a:extLst>
          </p:cNvPr>
          <p:cNvSpPr/>
          <p:nvPr/>
        </p:nvSpPr>
        <p:spPr>
          <a:xfrm>
            <a:off x="9144000" y="1079500"/>
            <a:ext cx="2667000" cy="2032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076AD1C9-14C3-6E79-BCE2-5B1C86266FDE}"/>
              </a:ext>
            </a:extLst>
          </p:cNvPr>
          <p:cNvSpPr/>
          <p:nvPr/>
        </p:nvSpPr>
        <p:spPr>
          <a:xfrm>
            <a:off x="9207500" y="1143000"/>
            <a:ext cx="2540000" cy="635000"/>
          </a:xfrm>
          <a:prstGeom prst="round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2B8A7DF-FB0D-F93D-DCF6-AE0377CA0535}"/>
              </a:ext>
            </a:extLst>
          </p:cNvPr>
          <p:cNvSpPr txBox="1"/>
          <p:nvPr/>
        </p:nvSpPr>
        <p:spPr>
          <a:xfrm>
            <a:off x="9207500" y="1181100"/>
            <a:ext cx="254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200" b="1">
                <a:solidFill>
                  <a:srgbClr val="FFFFFF"/>
                </a:solidFill>
                <a:latin typeface="Microsoft YaHei" panose="020B0503020204020204" pitchFamily="34" charset="-122"/>
              </a:rPr>
              <a:t>[f-v]</a:t>
            </a:r>
            <a:endParaRPr lang="zh-CN" altLang="en-US" sz="22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C7012B63-964C-0066-64A7-69C001E8F9C7}"/>
              </a:ext>
            </a:extLst>
          </p:cNvPr>
          <p:cNvSpPr/>
          <p:nvPr/>
        </p:nvSpPr>
        <p:spPr>
          <a:xfrm>
            <a:off x="9207500" y="1841500"/>
            <a:ext cx="2540000" cy="571500"/>
          </a:xfrm>
          <a:prstGeom prst="roundRect">
            <a:avLst/>
          </a:prstGeom>
          <a:solidFill>
            <a:srgbClr val="FFFFFF"/>
          </a:solidFill>
          <a:ln>
            <a:solidFill>
              <a:srgbClr val="27AE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8F57F84-C797-F43E-0BC1-AA3A5A3DB3F4}"/>
              </a:ext>
            </a:extLst>
          </p:cNvPr>
          <p:cNvSpPr txBox="1"/>
          <p:nvPr/>
        </p:nvSpPr>
        <p:spPr>
          <a:xfrm>
            <a:off x="9207500" y="1879600"/>
            <a:ext cx="254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600" b="1">
                <a:solidFill>
                  <a:srgbClr val="27AE60"/>
                </a:solidFill>
                <a:latin typeface="Microsoft YaHei" panose="020B0503020204020204" pitchFamily="34" charset="-122"/>
              </a:rPr>
              <a:t>fish-very</a:t>
            </a:r>
            <a:endParaRPr lang="zh-CN" altLang="en-US" sz="1600" b="1">
              <a:solidFill>
                <a:srgbClr val="27AE6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969FC4D2-9BEC-932C-AF78-209091F64936}"/>
              </a:ext>
            </a:extLst>
          </p:cNvPr>
          <p:cNvSpPr/>
          <p:nvPr/>
        </p:nvSpPr>
        <p:spPr>
          <a:xfrm>
            <a:off x="381000" y="3365500"/>
            <a:ext cx="2667000" cy="2032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6D205B0C-84B6-162E-950A-8BAA93A6DD56}"/>
              </a:ext>
            </a:extLst>
          </p:cNvPr>
          <p:cNvSpPr/>
          <p:nvPr/>
        </p:nvSpPr>
        <p:spPr>
          <a:xfrm>
            <a:off x="444500" y="3429000"/>
            <a:ext cx="2540000" cy="635000"/>
          </a:xfrm>
          <a:prstGeom prst="round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90B91624-4DDC-8576-8CB6-464190DA4506}"/>
              </a:ext>
            </a:extLst>
          </p:cNvPr>
          <p:cNvSpPr txBox="1"/>
          <p:nvPr/>
        </p:nvSpPr>
        <p:spPr>
          <a:xfrm>
            <a:off x="444500" y="3467100"/>
            <a:ext cx="254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200" b="1">
                <a:solidFill>
                  <a:srgbClr val="FFFFFF"/>
                </a:solidFill>
                <a:latin typeface="Microsoft YaHei" panose="020B0503020204020204" pitchFamily="34" charset="-122"/>
              </a:rPr>
              <a:t>[s-z]</a:t>
            </a:r>
            <a:endParaRPr lang="zh-CN" altLang="en-US" sz="22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17A1B4B4-CD80-5D04-21B0-07013FA49720}"/>
              </a:ext>
            </a:extLst>
          </p:cNvPr>
          <p:cNvSpPr/>
          <p:nvPr/>
        </p:nvSpPr>
        <p:spPr>
          <a:xfrm>
            <a:off x="444500" y="4127500"/>
            <a:ext cx="2540000" cy="571500"/>
          </a:xfrm>
          <a:prstGeom prst="roundRect">
            <a:avLst/>
          </a:prstGeom>
          <a:solidFill>
            <a:srgbClr val="FFFFFF"/>
          </a:solidFill>
          <a:ln>
            <a:solidFill>
              <a:srgbClr val="27AE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E96AE9BB-1A2A-3F3A-57C3-4A4E8040F262}"/>
              </a:ext>
            </a:extLst>
          </p:cNvPr>
          <p:cNvSpPr txBox="1"/>
          <p:nvPr/>
        </p:nvSpPr>
        <p:spPr>
          <a:xfrm>
            <a:off x="444500" y="4165600"/>
            <a:ext cx="254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600" b="1">
                <a:solidFill>
                  <a:srgbClr val="27AE60"/>
                </a:solidFill>
                <a:latin typeface="Microsoft YaHei" panose="020B0503020204020204" pitchFamily="34" charset="-122"/>
              </a:rPr>
              <a:t>see-zoo</a:t>
            </a:r>
            <a:endParaRPr lang="zh-CN" altLang="en-US" sz="1600" b="1">
              <a:solidFill>
                <a:srgbClr val="27AE6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20424F97-9166-CAF1-E223-C57663734A20}"/>
              </a:ext>
            </a:extLst>
          </p:cNvPr>
          <p:cNvSpPr/>
          <p:nvPr/>
        </p:nvSpPr>
        <p:spPr>
          <a:xfrm>
            <a:off x="3302000" y="3365500"/>
            <a:ext cx="2667000" cy="2032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2CBD80CA-7390-75E0-D5E8-797D20B66D9D}"/>
              </a:ext>
            </a:extLst>
          </p:cNvPr>
          <p:cNvSpPr/>
          <p:nvPr/>
        </p:nvSpPr>
        <p:spPr>
          <a:xfrm>
            <a:off x="3365500" y="3429000"/>
            <a:ext cx="2540000" cy="635000"/>
          </a:xfrm>
          <a:prstGeom prst="round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EBC5DF40-32B3-DFDE-A236-2D5834838BEC}"/>
              </a:ext>
            </a:extLst>
          </p:cNvPr>
          <p:cNvSpPr txBox="1"/>
          <p:nvPr/>
        </p:nvSpPr>
        <p:spPr>
          <a:xfrm>
            <a:off x="3365500" y="3467100"/>
            <a:ext cx="254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l-GR" altLang="zh-CN" sz="2200" b="1">
                <a:solidFill>
                  <a:srgbClr val="FFFFFF"/>
                </a:solidFill>
                <a:latin typeface="Microsoft YaHei" panose="020B0503020204020204" pitchFamily="34" charset="-122"/>
              </a:rPr>
              <a:t>[θ-</a:t>
            </a:r>
            <a:r>
              <a:rPr lang="en-US" altLang="zh-CN" sz="2200" b="1">
                <a:solidFill>
                  <a:srgbClr val="FFFFFF"/>
                </a:solidFill>
                <a:latin typeface="Microsoft YaHei" panose="020B0503020204020204" pitchFamily="34" charset="-122"/>
              </a:rPr>
              <a:t>ð]</a:t>
            </a:r>
            <a:endParaRPr lang="zh-CN" altLang="en-US" sz="22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4497F35E-2FDC-EBE0-50FB-A8A42F7F7B41}"/>
              </a:ext>
            </a:extLst>
          </p:cNvPr>
          <p:cNvSpPr/>
          <p:nvPr/>
        </p:nvSpPr>
        <p:spPr>
          <a:xfrm>
            <a:off x="3365500" y="4127500"/>
            <a:ext cx="2540000" cy="571500"/>
          </a:xfrm>
          <a:prstGeom prst="roundRect">
            <a:avLst/>
          </a:prstGeom>
          <a:solidFill>
            <a:srgbClr val="FFFFFF"/>
          </a:solidFill>
          <a:ln>
            <a:solidFill>
              <a:srgbClr val="27AE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8E11F266-A9EE-8259-FEA3-9E7DEA31E9C1}"/>
              </a:ext>
            </a:extLst>
          </p:cNvPr>
          <p:cNvSpPr txBox="1"/>
          <p:nvPr/>
        </p:nvSpPr>
        <p:spPr>
          <a:xfrm>
            <a:off x="3365500" y="4165600"/>
            <a:ext cx="254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600" b="1">
                <a:solidFill>
                  <a:srgbClr val="27AE60"/>
                </a:solidFill>
                <a:latin typeface="Microsoft YaHei" panose="020B0503020204020204" pitchFamily="34" charset="-122"/>
              </a:rPr>
              <a:t>think-this</a:t>
            </a:r>
            <a:endParaRPr lang="zh-CN" altLang="en-US" sz="1600" b="1">
              <a:solidFill>
                <a:srgbClr val="27AE6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06358118-0C6E-0E9F-56D4-ADADB667E3C8}"/>
              </a:ext>
            </a:extLst>
          </p:cNvPr>
          <p:cNvSpPr/>
          <p:nvPr/>
        </p:nvSpPr>
        <p:spPr>
          <a:xfrm>
            <a:off x="6223000" y="3365500"/>
            <a:ext cx="2667000" cy="2032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FD76EB48-75DC-388A-EBD4-841CFCC57BD5}"/>
              </a:ext>
            </a:extLst>
          </p:cNvPr>
          <p:cNvSpPr/>
          <p:nvPr/>
        </p:nvSpPr>
        <p:spPr>
          <a:xfrm>
            <a:off x="6286500" y="3429000"/>
            <a:ext cx="2540000" cy="635000"/>
          </a:xfrm>
          <a:prstGeom prst="round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C2E921E6-810B-B437-6CE5-76633735B6C1}"/>
              </a:ext>
            </a:extLst>
          </p:cNvPr>
          <p:cNvSpPr txBox="1"/>
          <p:nvPr/>
        </p:nvSpPr>
        <p:spPr>
          <a:xfrm>
            <a:off x="6286500" y="3467100"/>
            <a:ext cx="254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200" b="1">
                <a:solidFill>
                  <a:srgbClr val="FFFFFF"/>
                </a:solidFill>
                <a:latin typeface="Microsoft YaHei" panose="020B0503020204020204" pitchFamily="34" charset="-122"/>
              </a:rPr>
              <a:t>[ʃ-ʒ]</a:t>
            </a:r>
            <a:endParaRPr lang="zh-CN" altLang="en-US" sz="22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36001B0D-5E0F-22F5-EEE3-750AD185895D}"/>
              </a:ext>
            </a:extLst>
          </p:cNvPr>
          <p:cNvSpPr/>
          <p:nvPr/>
        </p:nvSpPr>
        <p:spPr>
          <a:xfrm>
            <a:off x="6286500" y="4127500"/>
            <a:ext cx="2540000" cy="571500"/>
          </a:xfrm>
          <a:prstGeom prst="roundRect">
            <a:avLst/>
          </a:prstGeom>
          <a:solidFill>
            <a:srgbClr val="FFFFFF"/>
          </a:solidFill>
          <a:ln>
            <a:solidFill>
              <a:srgbClr val="27AE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4D30A0EF-26ED-936C-858B-888F8B5B259D}"/>
              </a:ext>
            </a:extLst>
          </p:cNvPr>
          <p:cNvSpPr txBox="1"/>
          <p:nvPr/>
        </p:nvSpPr>
        <p:spPr>
          <a:xfrm>
            <a:off x="6286500" y="4165600"/>
            <a:ext cx="254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600" b="1">
                <a:solidFill>
                  <a:srgbClr val="27AE60"/>
                </a:solidFill>
                <a:latin typeface="Microsoft YaHei" panose="020B0503020204020204" pitchFamily="34" charset="-122"/>
              </a:rPr>
              <a:t>she-vision</a:t>
            </a:r>
            <a:endParaRPr lang="zh-CN" altLang="en-US" sz="1600" b="1">
              <a:solidFill>
                <a:srgbClr val="27AE6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056A2CC6-EF7B-F189-F038-6A2263999971}"/>
              </a:ext>
            </a:extLst>
          </p:cNvPr>
          <p:cNvSpPr/>
          <p:nvPr/>
        </p:nvSpPr>
        <p:spPr>
          <a:xfrm>
            <a:off x="9144000" y="3365500"/>
            <a:ext cx="2667000" cy="2032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07084FAA-FF35-BBB3-9D16-EFEC697D2DAC}"/>
              </a:ext>
            </a:extLst>
          </p:cNvPr>
          <p:cNvSpPr/>
          <p:nvPr/>
        </p:nvSpPr>
        <p:spPr>
          <a:xfrm>
            <a:off x="9207500" y="3429000"/>
            <a:ext cx="2540000" cy="635000"/>
          </a:xfrm>
          <a:prstGeom prst="round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4436B0F8-A7C1-6F71-C3A2-6F5CA7AA9A7E}"/>
              </a:ext>
            </a:extLst>
          </p:cNvPr>
          <p:cNvSpPr txBox="1"/>
          <p:nvPr/>
        </p:nvSpPr>
        <p:spPr>
          <a:xfrm>
            <a:off x="9207500" y="3467100"/>
            <a:ext cx="254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200" b="1">
                <a:solidFill>
                  <a:srgbClr val="FFFFFF"/>
                </a:solidFill>
                <a:latin typeface="Microsoft YaHei" panose="020B0503020204020204" pitchFamily="34" charset="-122"/>
              </a:rPr>
              <a:t>[tʃ-dʒ]</a:t>
            </a:r>
            <a:endParaRPr lang="zh-CN" altLang="en-US" sz="22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0AEE5EE1-72BD-DCCA-F7D9-235D626D4536}"/>
              </a:ext>
            </a:extLst>
          </p:cNvPr>
          <p:cNvSpPr/>
          <p:nvPr/>
        </p:nvSpPr>
        <p:spPr>
          <a:xfrm>
            <a:off x="9207500" y="4127500"/>
            <a:ext cx="2540000" cy="571500"/>
          </a:xfrm>
          <a:prstGeom prst="roundRect">
            <a:avLst/>
          </a:prstGeom>
          <a:solidFill>
            <a:srgbClr val="FFFFFF"/>
          </a:solidFill>
          <a:ln>
            <a:solidFill>
              <a:srgbClr val="27AE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7360045C-469D-A345-5952-37F8E8EFDC5A}"/>
              </a:ext>
            </a:extLst>
          </p:cNvPr>
          <p:cNvSpPr txBox="1"/>
          <p:nvPr/>
        </p:nvSpPr>
        <p:spPr>
          <a:xfrm>
            <a:off x="9207500" y="4165600"/>
            <a:ext cx="254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600" b="1">
                <a:solidFill>
                  <a:srgbClr val="27AE60"/>
                </a:solidFill>
                <a:latin typeface="Microsoft YaHei" panose="020B0503020204020204" pitchFamily="34" charset="-122"/>
              </a:rPr>
              <a:t>chair-jump</a:t>
            </a:r>
            <a:endParaRPr lang="zh-CN" altLang="en-US" sz="1600" b="1">
              <a:solidFill>
                <a:srgbClr val="27AE6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29C33EA3-F680-DC3B-7F84-D6E76C6B67B3}"/>
              </a:ext>
            </a:extLst>
          </p:cNvPr>
          <p:cNvSpPr/>
          <p:nvPr/>
        </p:nvSpPr>
        <p:spPr>
          <a:xfrm>
            <a:off x="381000" y="5651500"/>
            <a:ext cx="2667000" cy="2032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F4633889-610C-9942-B041-97D8A8D41965}"/>
              </a:ext>
            </a:extLst>
          </p:cNvPr>
          <p:cNvSpPr/>
          <p:nvPr/>
        </p:nvSpPr>
        <p:spPr>
          <a:xfrm>
            <a:off x="444500" y="5715000"/>
            <a:ext cx="2540000" cy="635000"/>
          </a:xfrm>
          <a:prstGeom prst="round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E0DCAF4E-3EB1-6F84-08E6-7ECFD50D93A1}"/>
              </a:ext>
            </a:extLst>
          </p:cNvPr>
          <p:cNvSpPr txBox="1"/>
          <p:nvPr/>
        </p:nvSpPr>
        <p:spPr>
          <a:xfrm>
            <a:off x="444500" y="5753100"/>
            <a:ext cx="254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200" b="1">
                <a:solidFill>
                  <a:srgbClr val="FFFFFF"/>
                </a:solidFill>
                <a:latin typeface="Microsoft YaHei" panose="020B0503020204020204" pitchFamily="34" charset="-122"/>
              </a:rPr>
              <a:t>[m-n]</a:t>
            </a:r>
            <a:endParaRPr lang="zh-CN" altLang="en-US" sz="22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A1C07371-540F-5A56-E94D-2D20A12497A3}"/>
              </a:ext>
            </a:extLst>
          </p:cNvPr>
          <p:cNvSpPr/>
          <p:nvPr/>
        </p:nvSpPr>
        <p:spPr>
          <a:xfrm>
            <a:off x="444500" y="6413500"/>
            <a:ext cx="2540000" cy="571500"/>
          </a:xfrm>
          <a:prstGeom prst="roundRect">
            <a:avLst/>
          </a:prstGeom>
          <a:solidFill>
            <a:srgbClr val="FFFFFF"/>
          </a:solidFill>
          <a:ln>
            <a:solidFill>
              <a:srgbClr val="27AE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5832F3A8-0EC8-11BC-7D0B-ECE8A7C263DF}"/>
              </a:ext>
            </a:extLst>
          </p:cNvPr>
          <p:cNvSpPr txBox="1"/>
          <p:nvPr/>
        </p:nvSpPr>
        <p:spPr>
          <a:xfrm>
            <a:off x="444500" y="6451600"/>
            <a:ext cx="254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600" b="1">
                <a:solidFill>
                  <a:srgbClr val="27AE60"/>
                </a:solidFill>
                <a:latin typeface="Microsoft YaHei" panose="020B0503020204020204" pitchFamily="34" charset="-122"/>
              </a:rPr>
              <a:t>man-no</a:t>
            </a:r>
            <a:endParaRPr lang="zh-CN" altLang="en-US" sz="1600" b="1">
              <a:solidFill>
                <a:srgbClr val="27AE6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C9ECFEEC-7EE9-9315-C15B-6D64992BB560}"/>
              </a:ext>
            </a:extLst>
          </p:cNvPr>
          <p:cNvSpPr/>
          <p:nvPr/>
        </p:nvSpPr>
        <p:spPr>
          <a:xfrm>
            <a:off x="3302000" y="5651500"/>
            <a:ext cx="2667000" cy="2032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B9002EBD-BCEA-A021-2677-CC5C011BCFB3}"/>
              </a:ext>
            </a:extLst>
          </p:cNvPr>
          <p:cNvSpPr/>
          <p:nvPr/>
        </p:nvSpPr>
        <p:spPr>
          <a:xfrm>
            <a:off x="3365500" y="5715000"/>
            <a:ext cx="2540000" cy="635000"/>
          </a:xfrm>
          <a:prstGeom prst="round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4AF12BE9-8CF4-16F6-F331-C5FDF1E42F98}"/>
              </a:ext>
            </a:extLst>
          </p:cNvPr>
          <p:cNvSpPr txBox="1"/>
          <p:nvPr/>
        </p:nvSpPr>
        <p:spPr>
          <a:xfrm>
            <a:off x="3365500" y="5753100"/>
            <a:ext cx="254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200" b="1">
                <a:solidFill>
                  <a:srgbClr val="FFFFFF"/>
                </a:solidFill>
                <a:latin typeface="Microsoft YaHei" panose="020B0503020204020204" pitchFamily="34" charset="-122"/>
              </a:rPr>
              <a:t>[l-j-w]</a:t>
            </a:r>
            <a:endParaRPr lang="zh-CN" altLang="en-US" sz="22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B4CC6DBB-E95C-92A0-508E-9561790B09FB}"/>
              </a:ext>
            </a:extLst>
          </p:cNvPr>
          <p:cNvSpPr/>
          <p:nvPr/>
        </p:nvSpPr>
        <p:spPr>
          <a:xfrm>
            <a:off x="3365500" y="6413500"/>
            <a:ext cx="2540000" cy="571500"/>
          </a:xfrm>
          <a:prstGeom prst="roundRect">
            <a:avLst/>
          </a:prstGeom>
          <a:solidFill>
            <a:srgbClr val="FFFFFF"/>
          </a:solidFill>
          <a:ln>
            <a:solidFill>
              <a:srgbClr val="27AE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525D5D63-2CAD-C381-CD7D-884788347F29}"/>
              </a:ext>
            </a:extLst>
          </p:cNvPr>
          <p:cNvSpPr txBox="1"/>
          <p:nvPr/>
        </p:nvSpPr>
        <p:spPr>
          <a:xfrm>
            <a:off x="3365500" y="6451600"/>
            <a:ext cx="254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600" b="1">
                <a:solidFill>
                  <a:srgbClr val="27AE60"/>
                </a:solidFill>
                <a:latin typeface="Microsoft YaHei" panose="020B0503020204020204" pitchFamily="34" charset="-122"/>
              </a:rPr>
              <a:t>leg-yes</a:t>
            </a:r>
            <a:endParaRPr lang="zh-CN" altLang="en-US" sz="1600" b="1">
              <a:solidFill>
                <a:srgbClr val="27AE6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4" name="5-Point Star 53"/>
          <p:cNvSpPr/>
          <p:nvPr/>
        </p:nvSpPr>
        <p:spPr>
          <a:xfrm rot="10800000">
            <a:off x="350724" y="2480858"/>
            <a:ext cx="200000" cy="200000"/>
          </a:xfrm>
          <a:prstGeom prst="star5">
            <a:avLst/>
          </a:prstGeom>
          <a:solidFill>
            <a:srgbClr val="4FC3F7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5-Point Star 54"/>
          <p:cNvSpPr/>
          <p:nvPr/>
        </p:nvSpPr>
        <p:spPr>
          <a:xfrm rot="21480000">
            <a:off x="11759291" y="5488810"/>
            <a:ext cx="200000" cy="200000"/>
          </a:xfrm>
          <a:prstGeom prst="star5">
            <a:avLst/>
          </a:prstGeom>
          <a:solidFill>
            <a:srgbClr val="CE93D8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5-Point Star 55"/>
          <p:cNvSpPr/>
          <p:nvPr/>
        </p:nvSpPr>
        <p:spPr>
          <a:xfrm rot="6840000">
            <a:off x="11704403" y="5126381"/>
            <a:ext cx="200000" cy="200000"/>
          </a:xfrm>
          <a:prstGeom prst="star5">
            <a:avLst/>
          </a:prstGeom>
          <a:solidFill>
            <a:srgbClr val="FF6B6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0535978" y="2808402"/>
            <a:ext cx="84672" cy="84672"/>
          </a:xfrm>
          <a:prstGeom prst="ellipse">
            <a:avLst/>
          </a:prstGeom>
          <a:solidFill>
            <a:srgbClr val="E1BEE7">
              <a:alpha val="2437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537543" y="2992896"/>
            <a:ext cx="124214" cy="124214"/>
          </a:xfrm>
          <a:prstGeom prst="ellipse">
            <a:avLst/>
          </a:prstGeom>
          <a:solidFill>
            <a:srgbClr val="FFF9C4">
              <a:alpha val="3116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076711" y="5705489"/>
            <a:ext cx="74068" cy="74068"/>
          </a:xfrm>
          <a:prstGeom prst="ellipse">
            <a:avLst/>
          </a:prstGeom>
          <a:solidFill>
            <a:srgbClr val="B3E5FC">
              <a:alpha val="2264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0729044" y="5124772"/>
            <a:ext cx="127910" cy="127910"/>
          </a:xfrm>
          <a:prstGeom prst="ellipse">
            <a:avLst/>
          </a:prstGeom>
          <a:solidFill>
            <a:srgbClr val="C8E6C9">
              <a:alpha val="2619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0283594" y="380715"/>
            <a:ext cx="138406" cy="138406"/>
          </a:xfrm>
          <a:prstGeom prst="ellipse">
            <a:avLst/>
          </a:prstGeom>
          <a:solidFill>
            <a:srgbClr val="E1BEE7">
              <a:alpha val="181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4812035" y="4922617"/>
            <a:ext cx="131133" cy="131133"/>
          </a:xfrm>
          <a:prstGeom prst="ellipse">
            <a:avLst/>
          </a:prstGeom>
          <a:solidFill>
            <a:srgbClr val="B2EBF2">
              <a:alpha val="2925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46934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lin ang="5400000" scaled="1"/>
          <a:gsLst>
            <a:gs pos="0">
              <a:srgbClr val="FCE4EC"/>
            </a:gs>
            <a:gs pos="50000">
              <a:srgbClr val="F8BBD0"/>
            </a:gs>
            <a:gs pos="100000">
              <a:srgbClr val="F48FB1"/>
            </a:gs>
          </a:gsLst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B2287605-E143-F33B-4A00-553BFE62EE0B}"/>
              </a:ext>
            </a:extLst>
          </p:cNvPr>
          <p:cNvSpPr/>
          <p:nvPr/>
        </p:nvSpPr>
        <p:spPr>
          <a:xfrm>
            <a:off x="254000" y="254000"/>
            <a:ext cx="1016000" cy="1016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A37F278-32D8-A504-D8ED-E55D51F93ECF}"/>
              </a:ext>
            </a:extLst>
          </p:cNvPr>
          <p:cNvSpPr txBox="1"/>
          <p:nvPr/>
        </p:nvSpPr>
        <p:spPr>
          <a:xfrm>
            <a:off x="444500" y="444500"/>
            <a:ext cx="635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800" b="1">
                <a:solidFill>
                  <a:srgbClr val="27AE60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2800" b="1">
              <a:solidFill>
                <a:srgbClr val="27AE6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C1DA2B9-3DFB-6735-B030-27FC85783E64}"/>
              </a:ext>
            </a:extLst>
          </p:cNvPr>
          <p:cNvSpPr txBox="1"/>
          <p:nvPr/>
        </p:nvSpPr>
        <p:spPr>
          <a:xfrm>
            <a:off x="1524000" y="317500"/>
            <a:ext cx="762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3600" b="1">
                <a:solidFill>
                  <a:srgbClr val="FFFFFF"/>
                </a:solidFill>
                <a:latin typeface="Microsoft YaHei" panose="020B0503020204020204" pitchFamily="34" charset="-122"/>
              </a:rPr>
              <a:t>📚 核心词汇与日常句型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56BD493-98F3-684B-9CAF-DBF81ED34817}"/>
              </a:ext>
            </a:extLst>
          </p:cNvPr>
          <p:cNvSpPr txBox="1"/>
          <p:nvPr/>
        </p:nvSpPr>
        <p:spPr>
          <a:xfrm>
            <a:off x="1524000" y="889000"/>
            <a:ext cx="7620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>
                <a:solidFill>
                  <a:srgbClr val="E0E0E0"/>
                </a:solidFill>
                <a:latin typeface="Microsoft YaHei" panose="020B0503020204020204" pitchFamily="34" charset="-122"/>
              </a:rPr>
              <a:t>场景主题词汇 </a:t>
            </a:r>
            <a:r>
              <a:rPr lang="en-US" altLang="zh-CN">
                <a:solidFill>
                  <a:srgbClr val="E0E0E0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>
                <a:solidFill>
                  <a:srgbClr val="E0E0E0"/>
                </a:solidFill>
                <a:latin typeface="Microsoft YaHei" panose="020B0503020204020204" pitchFamily="34" charset="-122"/>
              </a:rPr>
              <a:t>日常表达 </a:t>
            </a:r>
            <a:r>
              <a:rPr lang="en-US" altLang="zh-CN">
                <a:solidFill>
                  <a:srgbClr val="E0E0E0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>
                <a:solidFill>
                  <a:srgbClr val="E0E0E0"/>
                </a:solidFill>
                <a:latin typeface="Microsoft YaHei" panose="020B0503020204020204" pitchFamily="34" charset="-122"/>
              </a:rPr>
              <a:t>自我介绍</a:t>
            </a:r>
          </a:p>
        </p:txBody>
      </p:sp>
      <p:sp>
        <p:nvSpPr>
          <p:cNvPr id="6" name="五边形 5">
            <a:extLst>
              <a:ext uri="{FF2B5EF4-FFF2-40B4-BE49-F238E27FC236}">
                <a16:creationId xmlns:a16="http://schemas.microsoft.com/office/drawing/2014/main" id="{53D8B339-8BB1-D300-8B76-A6A15277C5ED}"/>
              </a:ext>
            </a:extLst>
          </p:cNvPr>
          <p:cNvSpPr/>
          <p:nvPr/>
        </p:nvSpPr>
        <p:spPr>
          <a:xfrm>
            <a:off x="10795000" y="381000"/>
            <a:ext cx="508000" cy="508000"/>
          </a:xfrm>
          <a:prstGeom prst="pentagon">
            <a:avLst/>
          </a:prstGeom>
          <a:solidFill>
            <a:srgbClr val="FFD7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71DCCEB-A4F2-A3FA-C124-17A88816C54A}"/>
              </a:ext>
            </a:extLst>
          </p:cNvPr>
          <p:cNvSpPr/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5-Point Star 7"/>
          <p:cNvSpPr/>
          <p:nvPr/>
        </p:nvSpPr>
        <p:spPr>
          <a:xfrm rot="12300000">
            <a:off x="455325" y="4757323"/>
            <a:ext cx="200000" cy="200000"/>
          </a:xfrm>
          <a:prstGeom prst="star5">
            <a:avLst/>
          </a:prstGeom>
          <a:solidFill>
            <a:srgbClr val="81C784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5-Point Star 8"/>
          <p:cNvSpPr/>
          <p:nvPr/>
        </p:nvSpPr>
        <p:spPr>
          <a:xfrm rot="8100000">
            <a:off x="324452" y="6461798"/>
            <a:ext cx="200000" cy="200000"/>
          </a:xfrm>
          <a:prstGeom prst="star5">
            <a:avLst/>
          </a:prstGeom>
          <a:solidFill>
            <a:srgbClr val="FF6B6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5-Point Star 9"/>
          <p:cNvSpPr/>
          <p:nvPr/>
        </p:nvSpPr>
        <p:spPr>
          <a:xfrm rot="6360000">
            <a:off x="11844096" y="910056"/>
            <a:ext cx="200000" cy="200000"/>
          </a:xfrm>
          <a:prstGeom prst="star5">
            <a:avLst/>
          </a:prstGeom>
          <a:solidFill>
            <a:srgbClr val="CE93D8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5-Point Star 10"/>
          <p:cNvSpPr/>
          <p:nvPr/>
        </p:nvSpPr>
        <p:spPr>
          <a:xfrm rot="8100000">
            <a:off x="11772442" y="5117291"/>
            <a:ext cx="200000" cy="200000"/>
          </a:xfrm>
          <a:prstGeom prst="star5">
            <a:avLst/>
          </a:prstGeom>
          <a:solidFill>
            <a:srgbClr val="FF9F43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5-Point Star 11"/>
          <p:cNvSpPr/>
          <p:nvPr/>
        </p:nvSpPr>
        <p:spPr>
          <a:xfrm rot="17160000">
            <a:off x="11888068" y="2230253"/>
            <a:ext cx="200000" cy="200000"/>
          </a:xfrm>
          <a:prstGeom prst="star5">
            <a:avLst/>
          </a:prstGeom>
          <a:solidFill>
            <a:srgbClr val="CE93D8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822745" y="788669"/>
            <a:ext cx="70339" cy="70339"/>
          </a:xfrm>
          <a:prstGeom prst="ellipse">
            <a:avLst/>
          </a:prstGeom>
          <a:solidFill>
            <a:srgbClr val="FFCCBC">
              <a:alpha val="2836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483603" y="1418861"/>
            <a:ext cx="129830" cy="129830"/>
          </a:xfrm>
          <a:prstGeom prst="ellipse">
            <a:avLst/>
          </a:prstGeom>
          <a:solidFill>
            <a:srgbClr val="E1BEE7">
              <a:alpha val="1922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689102" y="3444583"/>
            <a:ext cx="74680" cy="74680"/>
          </a:xfrm>
          <a:prstGeom prst="ellipse">
            <a:avLst/>
          </a:prstGeom>
          <a:solidFill>
            <a:srgbClr val="FFF9C4">
              <a:alpha val="2302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716682" y="4924438"/>
            <a:ext cx="130686" cy="130686"/>
          </a:xfrm>
          <a:prstGeom prst="ellipse">
            <a:avLst/>
          </a:prstGeom>
          <a:solidFill>
            <a:srgbClr val="FFE0B2">
              <a:alpha val="1710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831734" y="5528419"/>
            <a:ext cx="60054" cy="60054"/>
          </a:xfrm>
          <a:prstGeom prst="ellipse">
            <a:avLst/>
          </a:prstGeom>
          <a:solidFill>
            <a:srgbClr val="FFF9C4">
              <a:alpha val="1596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46636" y="3736668"/>
            <a:ext cx="61818" cy="61818"/>
          </a:xfrm>
          <a:prstGeom prst="ellipse">
            <a:avLst/>
          </a:prstGeom>
          <a:solidFill>
            <a:srgbClr val="E1BEE7">
              <a:alpha val="1648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422312" y="5126692"/>
            <a:ext cx="125248" cy="125248"/>
          </a:xfrm>
          <a:prstGeom prst="ellipse">
            <a:avLst/>
          </a:prstGeom>
          <a:solidFill>
            <a:srgbClr val="FFCCBC">
              <a:alpha val="2863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926908" y="2726008"/>
            <a:ext cx="119295" cy="119295"/>
          </a:xfrm>
          <a:prstGeom prst="ellipse">
            <a:avLst/>
          </a:prstGeom>
          <a:solidFill>
            <a:srgbClr val="B3E5FC">
              <a:alpha val="2394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7705453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39513C2-3711-B979-33A3-B4C823DBE8BC}"/>
              </a:ext>
            </a:extLst>
          </p:cNvPr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2D6BA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48B52DF-4C7C-BF30-9CAA-F0D85E916E9D}"/>
              </a:ext>
            </a:extLst>
          </p:cNvPr>
          <p:cNvSpPr txBox="1"/>
          <p:nvPr/>
        </p:nvSpPr>
        <p:spPr>
          <a:xfrm>
            <a:off x="190500" y="127000"/>
            <a:ext cx="762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2800" b="1">
                <a:solidFill>
                  <a:srgbClr val="FFFFFF"/>
                </a:solidFill>
                <a:latin typeface="Microsoft YaHei" panose="020B0503020204020204" pitchFamily="34" charset="-122"/>
              </a:rPr>
              <a:t>🙋 自我介绍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CB65552B-1947-ACC7-DADA-EC18FF2B4581}"/>
              </a:ext>
            </a:extLst>
          </p:cNvPr>
          <p:cNvSpPr/>
          <p:nvPr/>
        </p:nvSpPr>
        <p:spPr>
          <a:xfrm>
            <a:off x="-3238500" y="2032000"/>
            <a:ext cx="3429000" cy="1778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44A000C-3FFC-28C9-A707-079571551165}"/>
              </a:ext>
            </a:extLst>
          </p:cNvPr>
          <p:cNvSpPr/>
          <p:nvPr/>
        </p:nvSpPr>
        <p:spPr>
          <a:xfrm>
            <a:off x="-3238500" y="2032000"/>
            <a:ext cx="3429000" cy="76200"/>
          </a:xfrm>
          <a:prstGeom prst="rect">
            <a:avLst/>
          </a:prstGeom>
          <a:solidFill>
            <a:srgbClr val="2D6BA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20D9F0F-8380-5DD9-7670-972F8C2A4187}"/>
              </a:ext>
            </a:extLst>
          </p:cNvPr>
          <p:cNvSpPr txBox="1"/>
          <p:nvPr/>
        </p:nvSpPr>
        <p:spPr>
          <a:xfrm>
            <a:off x="-3136900" y="2730500"/>
            <a:ext cx="322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600" b="1">
                <a:solidFill>
                  <a:srgbClr val="2D6BA4"/>
                </a:solidFill>
                <a:latin typeface="Microsoft YaHei" panose="020B0503020204020204" pitchFamily="34" charset="-122"/>
              </a:rPr>
              <a:t>hello</a:t>
            </a:r>
            <a:endParaRPr lang="zh-CN" altLang="en-US" sz="2600" b="1">
              <a:solidFill>
                <a:srgbClr val="2D6BA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D29FD5C-99CD-6234-8AC0-71299EABCA94}"/>
              </a:ext>
            </a:extLst>
          </p:cNvPr>
          <p:cNvSpPr txBox="1"/>
          <p:nvPr/>
        </p:nvSpPr>
        <p:spPr>
          <a:xfrm>
            <a:off x="-3136900" y="3365500"/>
            <a:ext cx="32258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(</a:t>
            </a:r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你好</a:t>
            </a:r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)</a:t>
            </a:r>
            <a:endParaRPr lang="zh-CN" altLang="en-US" sz="1400">
              <a:solidFill>
                <a:srgbClr val="7F8C8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56A239F4-6923-4C3A-44A3-9408ADA3181A}"/>
              </a:ext>
            </a:extLst>
          </p:cNvPr>
          <p:cNvSpPr/>
          <p:nvPr/>
        </p:nvSpPr>
        <p:spPr>
          <a:xfrm>
            <a:off x="571500" y="2032000"/>
            <a:ext cx="3429000" cy="1778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69CFDF4-D47A-BADA-709C-2ED7A58843A1}"/>
              </a:ext>
            </a:extLst>
          </p:cNvPr>
          <p:cNvSpPr/>
          <p:nvPr/>
        </p:nvSpPr>
        <p:spPr>
          <a:xfrm>
            <a:off x="571500" y="2032000"/>
            <a:ext cx="3429000" cy="76200"/>
          </a:xfrm>
          <a:prstGeom prst="rect">
            <a:avLst/>
          </a:prstGeom>
          <a:solidFill>
            <a:srgbClr val="2D6BA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49E0DD2-8F16-E5FF-C43A-1329BE3130FA}"/>
              </a:ext>
            </a:extLst>
          </p:cNvPr>
          <p:cNvSpPr txBox="1"/>
          <p:nvPr/>
        </p:nvSpPr>
        <p:spPr>
          <a:xfrm>
            <a:off x="673100" y="2730500"/>
            <a:ext cx="322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600" b="1">
                <a:solidFill>
                  <a:srgbClr val="2D6BA4"/>
                </a:solidFill>
                <a:latin typeface="Microsoft YaHei" panose="020B0503020204020204" pitchFamily="34" charset="-122"/>
              </a:rPr>
              <a:t>hi</a:t>
            </a:r>
            <a:endParaRPr lang="zh-CN" altLang="en-US" sz="2600" b="1">
              <a:solidFill>
                <a:srgbClr val="2D6BA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46D774-4E29-F77A-5E2D-1827A4AD3FB9}"/>
              </a:ext>
            </a:extLst>
          </p:cNvPr>
          <p:cNvSpPr txBox="1"/>
          <p:nvPr/>
        </p:nvSpPr>
        <p:spPr>
          <a:xfrm>
            <a:off x="673100" y="3365500"/>
            <a:ext cx="32258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(</a:t>
            </a:r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你好</a:t>
            </a:r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)</a:t>
            </a:r>
            <a:endParaRPr lang="zh-CN" altLang="en-US" sz="1400">
              <a:solidFill>
                <a:srgbClr val="7F8C8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67201260-3495-D498-81DE-2B5103C71AA9}"/>
              </a:ext>
            </a:extLst>
          </p:cNvPr>
          <p:cNvSpPr/>
          <p:nvPr/>
        </p:nvSpPr>
        <p:spPr>
          <a:xfrm>
            <a:off x="4381500" y="2032000"/>
            <a:ext cx="3429000" cy="1778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4FBC78D-73F9-F36D-129E-D444A2912801}"/>
              </a:ext>
            </a:extLst>
          </p:cNvPr>
          <p:cNvSpPr/>
          <p:nvPr/>
        </p:nvSpPr>
        <p:spPr>
          <a:xfrm>
            <a:off x="4381500" y="2032000"/>
            <a:ext cx="3429000" cy="76200"/>
          </a:xfrm>
          <a:prstGeom prst="rect">
            <a:avLst/>
          </a:prstGeom>
          <a:solidFill>
            <a:srgbClr val="2D6BA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358D5EC-350D-F98F-0B9E-26EB45934CC1}"/>
              </a:ext>
            </a:extLst>
          </p:cNvPr>
          <p:cNvSpPr txBox="1"/>
          <p:nvPr/>
        </p:nvSpPr>
        <p:spPr>
          <a:xfrm>
            <a:off x="4483100" y="2730500"/>
            <a:ext cx="322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600" b="1">
                <a:solidFill>
                  <a:srgbClr val="2D6BA4"/>
                </a:solidFill>
                <a:latin typeface="Microsoft YaHei" panose="020B0503020204020204" pitchFamily="34" charset="-122"/>
              </a:rPr>
              <a:t>name</a:t>
            </a:r>
            <a:endParaRPr lang="zh-CN" altLang="en-US" sz="2600" b="1">
              <a:solidFill>
                <a:srgbClr val="2D6BA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BDB788B-CF1E-60B7-EA0A-DA858E45B80A}"/>
              </a:ext>
            </a:extLst>
          </p:cNvPr>
          <p:cNvSpPr txBox="1"/>
          <p:nvPr/>
        </p:nvSpPr>
        <p:spPr>
          <a:xfrm>
            <a:off x="4483100" y="3365500"/>
            <a:ext cx="32258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(</a:t>
            </a:r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名字</a:t>
            </a:r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)</a:t>
            </a:r>
            <a:endParaRPr lang="zh-CN" altLang="en-US" sz="1400">
              <a:solidFill>
                <a:srgbClr val="7F8C8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0D574BF3-87F8-0D98-1CEA-E364196ADF8D}"/>
              </a:ext>
            </a:extLst>
          </p:cNvPr>
          <p:cNvSpPr/>
          <p:nvPr/>
        </p:nvSpPr>
        <p:spPr>
          <a:xfrm>
            <a:off x="8191500" y="2032000"/>
            <a:ext cx="3429000" cy="1778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060918A-D4D8-4B2A-FFF0-C2C133D51BB3}"/>
              </a:ext>
            </a:extLst>
          </p:cNvPr>
          <p:cNvSpPr/>
          <p:nvPr/>
        </p:nvSpPr>
        <p:spPr>
          <a:xfrm>
            <a:off x="8191500" y="2032000"/>
            <a:ext cx="3429000" cy="76200"/>
          </a:xfrm>
          <a:prstGeom prst="rect">
            <a:avLst/>
          </a:prstGeom>
          <a:solidFill>
            <a:srgbClr val="2D6BA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4D16057-681F-1EB5-959C-D33644C7F851}"/>
              </a:ext>
            </a:extLst>
          </p:cNvPr>
          <p:cNvSpPr txBox="1"/>
          <p:nvPr/>
        </p:nvSpPr>
        <p:spPr>
          <a:xfrm>
            <a:off x="8293100" y="2730500"/>
            <a:ext cx="322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600" b="1">
                <a:solidFill>
                  <a:srgbClr val="2D6BA4"/>
                </a:solidFill>
                <a:latin typeface="Microsoft YaHei" panose="020B0503020204020204" pitchFamily="34" charset="-122"/>
              </a:rPr>
              <a:t>my</a:t>
            </a:r>
            <a:endParaRPr lang="zh-CN" altLang="en-US" sz="2600" b="1">
              <a:solidFill>
                <a:srgbClr val="2D6BA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99CDB12-1FE2-6092-D0BF-E4D96DD8FC1A}"/>
              </a:ext>
            </a:extLst>
          </p:cNvPr>
          <p:cNvSpPr txBox="1"/>
          <p:nvPr/>
        </p:nvSpPr>
        <p:spPr>
          <a:xfrm>
            <a:off x="8293100" y="3365500"/>
            <a:ext cx="32258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(</a:t>
            </a:r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我的</a:t>
            </a:r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)</a:t>
            </a:r>
            <a:endParaRPr lang="zh-CN" altLang="en-US" sz="1400">
              <a:solidFill>
                <a:srgbClr val="7F8C8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A718DA67-61CD-6424-64E5-E7C89191903D}"/>
              </a:ext>
            </a:extLst>
          </p:cNvPr>
          <p:cNvSpPr/>
          <p:nvPr/>
        </p:nvSpPr>
        <p:spPr>
          <a:xfrm>
            <a:off x="12001500" y="2032000"/>
            <a:ext cx="3429000" cy="1778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C7F3CBA-F3F7-5355-1062-A8CE96A2D599}"/>
              </a:ext>
            </a:extLst>
          </p:cNvPr>
          <p:cNvSpPr/>
          <p:nvPr/>
        </p:nvSpPr>
        <p:spPr>
          <a:xfrm>
            <a:off x="12001500" y="2032000"/>
            <a:ext cx="3429000" cy="76200"/>
          </a:xfrm>
          <a:prstGeom prst="rect">
            <a:avLst/>
          </a:prstGeom>
          <a:solidFill>
            <a:srgbClr val="2D6BA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20D10A0-7F95-7370-A19D-DCEE9D4DA5CB}"/>
              </a:ext>
            </a:extLst>
          </p:cNvPr>
          <p:cNvSpPr txBox="1"/>
          <p:nvPr/>
        </p:nvSpPr>
        <p:spPr>
          <a:xfrm>
            <a:off x="12103100" y="2730500"/>
            <a:ext cx="322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600" b="1">
                <a:solidFill>
                  <a:srgbClr val="2D6BA4"/>
                </a:solidFill>
                <a:latin typeface="Microsoft YaHei" panose="020B0503020204020204" pitchFamily="34" charset="-122"/>
              </a:rPr>
              <a:t>your</a:t>
            </a:r>
            <a:endParaRPr lang="zh-CN" altLang="en-US" sz="2600" b="1">
              <a:solidFill>
                <a:srgbClr val="2D6BA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9D2D8B6-8D44-9F26-F6DA-E715ECB8BA46}"/>
              </a:ext>
            </a:extLst>
          </p:cNvPr>
          <p:cNvSpPr txBox="1"/>
          <p:nvPr/>
        </p:nvSpPr>
        <p:spPr>
          <a:xfrm>
            <a:off x="12103100" y="3365500"/>
            <a:ext cx="32258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(</a:t>
            </a:r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你的</a:t>
            </a:r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)</a:t>
            </a:r>
            <a:endParaRPr lang="zh-CN" altLang="en-US" sz="1400">
              <a:solidFill>
                <a:srgbClr val="7F8C8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F4FB252A-D879-D743-86A3-600E09959A6F}"/>
              </a:ext>
            </a:extLst>
          </p:cNvPr>
          <p:cNvSpPr/>
          <p:nvPr/>
        </p:nvSpPr>
        <p:spPr>
          <a:xfrm>
            <a:off x="-3238500" y="4064000"/>
            <a:ext cx="3429000" cy="1778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E376802-BE54-4FF5-6869-3FD4BDBE7195}"/>
              </a:ext>
            </a:extLst>
          </p:cNvPr>
          <p:cNvSpPr/>
          <p:nvPr/>
        </p:nvSpPr>
        <p:spPr>
          <a:xfrm>
            <a:off x="-3238500" y="4064000"/>
            <a:ext cx="3429000" cy="76200"/>
          </a:xfrm>
          <a:prstGeom prst="rect">
            <a:avLst/>
          </a:prstGeom>
          <a:solidFill>
            <a:srgbClr val="2D6BA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9F946611-7343-6452-258E-1E26BF0634C2}"/>
              </a:ext>
            </a:extLst>
          </p:cNvPr>
          <p:cNvSpPr txBox="1"/>
          <p:nvPr/>
        </p:nvSpPr>
        <p:spPr>
          <a:xfrm>
            <a:off x="-3136900" y="4762500"/>
            <a:ext cx="322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600" b="1">
                <a:solidFill>
                  <a:srgbClr val="2D6BA4"/>
                </a:solidFill>
                <a:latin typeface="Microsoft YaHei" panose="020B0503020204020204" pitchFamily="34" charset="-122"/>
              </a:rPr>
              <a:t>I</a:t>
            </a:r>
            <a:endParaRPr lang="zh-CN" altLang="en-US" sz="2600" b="1">
              <a:solidFill>
                <a:srgbClr val="2D6BA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4C64F33-B2FD-B31F-7A48-9830AD925D04}"/>
              </a:ext>
            </a:extLst>
          </p:cNvPr>
          <p:cNvSpPr txBox="1"/>
          <p:nvPr/>
        </p:nvSpPr>
        <p:spPr>
          <a:xfrm>
            <a:off x="-3136900" y="5397500"/>
            <a:ext cx="32258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(</a:t>
            </a:r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我</a:t>
            </a:r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)</a:t>
            </a:r>
            <a:endParaRPr lang="zh-CN" altLang="en-US" sz="1400">
              <a:solidFill>
                <a:srgbClr val="7F8C8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8686EF40-A216-7582-A401-0B4771853127}"/>
              </a:ext>
            </a:extLst>
          </p:cNvPr>
          <p:cNvSpPr/>
          <p:nvPr/>
        </p:nvSpPr>
        <p:spPr>
          <a:xfrm>
            <a:off x="571500" y="4064000"/>
            <a:ext cx="3429000" cy="1778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30A8455-161B-BD13-6B7B-BBDD602ED02D}"/>
              </a:ext>
            </a:extLst>
          </p:cNvPr>
          <p:cNvSpPr/>
          <p:nvPr/>
        </p:nvSpPr>
        <p:spPr>
          <a:xfrm>
            <a:off x="571500" y="4064000"/>
            <a:ext cx="3429000" cy="76200"/>
          </a:xfrm>
          <a:prstGeom prst="rect">
            <a:avLst/>
          </a:prstGeom>
          <a:solidFill>
            <a:srgbClr val="2D6BA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83384564-9725-FC19-16DF-01696CE5EC74}"/>
              </a:ext>
            </a:extLst>
          </p:cNvPr>
          <p:cNvSpPr txBox="1"/>
          <p:nvPr/>
        </p:nvSpPr>
        <p:spPr>
          <a:xfrm>
            <a:off x="673100" y="4762500"/>
            <a:ext cx="322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600" b="1">
                <a:solidFill>
                  <a:srgbClr val="2D6BA4"/>
                </a:solidFill>
                <a:latin typeface="Microsoft YaHei" panose="020B0503020204020204" pitchFamily="34" charset="-122"/>
              </a:rPr>
              <a:t>am</a:t>
            </a:r>
            <a:endParaRPr lang="zh-CN" altLang="en-US" sz="2600" b="1">
              <a:solidFill>
                <a:srgbClr val="2D6BA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4E351D5-6030-D953-BE03-F716060B0236}"/>
              </a:ext>
            </a:extLst>
          </p:cNvPr>
          <p:cNvSpPr txBox="1"/>
          <p:nvPr/>
        </p:nvSpPr>
        <p:spPr>
          <a:xfrm>
            <a:off x="673100" y="5397500"/>
            <a:ext cx="32258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(</a:t>
            </a:r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是</a:t>
            </a:r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)</a:t>
            </a:r>
            <a:endParaRPr lang="zh-CN" altLang="en-US" sz="1400">
              <a:solidFill>
                <a:srgbClr val="7F8C8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0A9B63A0-6DFC-E4E9-81D3-9B782357ADEF}"/>
              </a:ext>
            </a:extLst>
          </p:cNvPr>
          <p:cNvSpPr/>
          <p:nvPr/>
        </p:nvSpPr>
        <p:spPr>
          <a:xfrm>
            <a:off x="4381500" y="4064000"/>
            <a:ext cx="3429000" cy="1778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307A010C-CB9E-39DC-6908-486763498ADC}"/>
              </a:ext>
            </a:extLst>
          </p:cNvPr>
          <p:cNvSpPr/>
          <p:nvPr/>
        </p:nvSpPr>
        <p:spPr>
          <a:xfrm>
            <a:off x="4381500" y="4064000"/>
            <a:ext cx="3429000" cy="76200"/>
          </a:xfrm>
          <a:prstGeom prst="rect">
            <a:avLst/>
          </a:prstGeom>
          <a:solidFill>
            <a:srgbClr val="2D6BA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94A503C1-61F5-4CA3-43AB-E3185AC0679F}"/>
              </a:ext>
            </a:extLst>
          </p:cNvPr>
          <p:cNvSpPr txBox="1"/>
          <p:nvPr/>
        </p:nvSpPr>
        <p:spPr>
          <a:xfrm>
            <a:off x="4483100" y="4762500"/>
            <a:ext cx="322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600" b="1">
                <a:solidFill>
                  <a:srgbClr val="2D6BA4"/>
                </a:solidFill>
                <a:latin typeface="Microsoft YaHei" panose="020B0503020204020204" pitchFamily="34" charset="-122"/>
              </a:rPr>
              <a:t>is</a:t>
            </a:r>
            <a:endParaRPr lang="zh-CN" altLang="en-US" sz="2600" b="1">
              <a:solidFill>
                <a:srgbClr val="2D6BA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7872F217-9124-65C3-F0DE-0846B5D37F97}"/>
              </a:ext>
            </a:extLst>
          </p:cNvPr>
          <p:cNvSpPr txBox="1"/>
          <p:nvPr/>
        </p:nvSpPr>
        <p:spPr>
          <a:xfrm>
            <a:off x="4483100" y="5397500"/>
            <a:ext cx="32258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(</a:t>
            </a:r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是</a:t>
            </a:r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)</a:t>
            </a:r>
            <a:endParaRPr lang="zh-CN" altLang="en-US" sz="1400">
              <a:solidFill>
                <a:srgbClr val="7F8C8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48C3C324-0F03-9A1C-0B64-81AEF00C2D95}"/>
              </a:ext>
            </a:extLst>
          </p:cNvPr>
          <p:cNvSpPr/>
          <p:nvPr/>
        </p:nvSpPr>
        <p:spPr>
          <a:xfrm>
            <a:off x="8191500" y="4064000"/>
            <a:ext cx="3429000" cy="1778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594CFA5C-5713-3E62-0AE8-D80E481ADAA6}"/>
              </a:ext>
            </a:extLst>
          </p:cNvPr>
          <p:cNvSpPr/>
          <p:nvPr/>
        </p:nvSpPr>
        <p:spPr>
          <a:xfrm>
            <a:off x="8191500" y="4064000"/>
            <a:ext cx="3429000" cy="76200"/>
          </a:xfrm>
          <a:prstGeom prst="rect">
            <a:avLst/>
          </a:prstGeom>
          <a:solidFill>
            <a:srgbClr val="2D6BA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153AB906-1797-3382-7731-087DE10B8A62}"/>
              </a:ext>
            </a:extLst>
          </p:cNvPr>
          <p:cNvSpPr txBox="1"/>
          <p:nvPr/>
        </p:nvSpPr>
        <p:spPr>
          <a:xfrm>
            <a:off x="8293100" y="4762500"/>
            <a:ext cx="322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600" b="1">
                <a:solidFill>
                  <a:srgbClr val="2D6BA4"/>
                </a:solidFill>
                <a:latin typeface="Microsoft YaHei" panose="020B0503020204020204" pitchFamily="34" charset="-122"/>
              </a:rPr>
              <a:t>nice</a:t>
            </a:r>
            <a:endParaRPr lang="zh-CN" altLang="en-US" sz="2600" b="1">
              <a:solidFill>
                <a:srgbClr val="2D6BA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47DBD68D-8242-7A03-1021-A35CF12B15DD}"/>
              </a:ext>
            </a:extLst>
          </p:cNvPr>
          <p:cNvSpPr txBox="1"/>
          <p:nvPr/>
        </p:nvSpPr>
        <p:spPr>
          <a:xfrm>
            <a:off x="8293100" y="5397500"/>
            <a:ext cx="32258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(</a:t>
            </a:r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好的</a:t>
            </a:r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)</a:t>
            </a:r>
            <a:endParaRPr lang="zh-CN" altLang="en-US" sz="1400">
              <a:solidFill>
                <a:srgbClr val="7F8C8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0FCC0449-2174-F84D-A644-62894EDC71E9}"/>
              </a:ext>
            </a:extLst>
          </p:cNvPr>
          <p:cNvSpPr/>
          <p:nvPr/>
        </p:nvSpPr>
        <p:spPr>
          <a:xfrm>
            <a:off x="12001500" y="4064000"/>
            <a:ext cx="3429000" cy="1778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BB41A411-3689-169E-ED31-24E3A8E20B71}"/>
              </a:ext>
            </a:extLst>
          </p:cNvPr>
          <p:cNvSpPr/>
          <p:nvPr/>
        </p:nvSpPr>
        <p:spPr>
          <a:xfrm>
            <a:off x="12001500" y="4064000"/>
            <a:ext cx="3429000" cy="76200"/>
          </a:xfrm>
          <a:prstGeom prst="rect">
            <a:avLst/>
          </a:prstGeom>
          <a:solidFill>
            <a:srgbClr val="2D6BA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B763962D-5489-DCBF-7441-EDF23C924F1A}"/>
              </a:ext>
            </a:extLst>
          </p:cNvPr>
          <p:cNvSpPr txBox="1"/>
          <p:nvPr/>
        </p:nvSpPr>
        <p:spPr>
          <a:xfrm>
            <a:off x="12103100" y="4762500"/>
            <a:ext cx="322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600" b="1">
                <a:solidFill>
                  <a:srgbClr val="2D6BA4"/>
                </a:solidFill>
                <a:latin typeface="Microsoft YaHei" panose="020B0503020204020204" pitchFamily="34" charset="-122"/>
              </a:rPr>
              <a:t>meet</a:t>
            </a:r>
            <a:endParaRPr lang="zh-CN" altLang="en-US" sz="2600" b="1">
              <a:solidFill>
                <a:srgbClr val="2D6BA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7DDDE353-FBBA-334C-DED0-15E404763283}"/>
              </a:ext>
            </a:extLst>
          </p:cNvPr>
          <p:cNvSpPr txBox="1"/>
          <p:nvPr/>
        </p:nvSpPr>
        <p:spPr>
          <a:xfrm>
            <a:off x="12103100" y="5397500"/>
            <a:ext cx="32258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(</a:t>
            </a:r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遇见</a:t>
            </a:r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)</a:t>
            </a:r>
            <a:endParaRPr lang="zh-CN" altLang="en-US" sz="1400">
              <a:solidFill>
                <a:srgbClr val="7F8C8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4" name="5-Point Star 43"/>
          <p:cNvSpPr/>
          <p:nvPr/>
        </p:nvSpPr>
        <p:spPr>
          <a:xfrm rot="3060000">
            <a:off x="9903610" y="486507"/>
            <a:ext cx="200000" cy="200000"/>
          </a:xfrm>
          <a:prstGeom prst="star5">
            <a:avLst/>
          </a:prstGeom>
          <a:solidFill>
            <a:srgbClr val="81C784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5-Point Star 44"/>
          <p:cNvSpPr/>
          <p:nvPr/>
        </p:nvSpPr>
        <p:spPr>
          <a:xfrm rot="8880000">
            <a:off x="11824029" y="1130693"/>
            <a:ext cx="200000" cy="200000"/>
          </a:xfrm>
          <a:prstGeom prst="star5">
            <a:avLst/>
          </a:prstGeom>
          <a:solidFill>
            <a:srgbClr val="FF9F43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5-Point Star 45"/>
          <p:cNvSpPr/>
          <p:nvPr/>
        </p:nvSpPr>
        <p:spPr>
          <a:xfrm rot="900000">
            <a:off x="7544695" y="6357220"/>
            <a:ext cx="200000" cy="200000"/>
          </a:xfrm>
          <a:prstGeom prst="star5">
            <a:avLst/>
          </a:prstGeom>
          <a:solidFill>
            <a:srgbClr val="81C784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31124" y="2214799"/>
            <a:ext cx="85546" cy="85546"/>
          </a:xfrm>
          <a:prstGeom prst="ellipse">
            <a:avLst/>
          </a:prstGeom>
          <a:solidFill>
            <a:srgbClr val="FFE0B2">
              <a:alpha val="3355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0654387" y="2369933"/>
            <a:ext cx="134282" cy="134282"/>
          </a:xfrm>
          <a:prstGeom prst="ellipse">
            <a:avLst/>
          </a:prstGeom>
          <a:solidFill>
            <a:srgbClr val="FFCCBC">
              <a:alpha val="2016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7073778" y="4166593"/>
            <a:ext cx="136377" cy="136377"/>
          </a:xfrm>
          <a:prstGeom prst="ellipse">
            <a:avLst/>
          </a:prstGeom>
          <a:solidFill>
            <a:srgbClr val="FFE0B2">
              <a:alpha val="2340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1859285" y="3480906"/>
            <a:ext cx="78105" cy="78105"/>
          </a:xfrm>
          <a:prstGeom prst="ellipse">
            <a:avLst/>
          </a:prstGeom>
          <a:solidFill>
            <a:srgbClr val="B2EBF2">
              <a:alpha val="244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269332" y="5402791"/>
            <a:ext cx="148450" cy="148450"/>
          </a:xfrm>
          <a:prstGeom prst="ellipse">
            <a:avLst/>
          </a:prstGeom>
          <a:solidFill>
            <a:srgbClr val="FFCCBC">
              <a:alpha val="2418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845235" y="2122811"/>
            <a:ext cx="88219" cy="88219"/>
          </a:xfrm>
          <a:prstGeom prst="ellipse">
            <a:avLst/>
          </a:prstGeom>
          <a:solidFill>
            <a:srgbClr val="E1BEE7">
              <a:alpha val="1986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176794854"/>
      </p:ext>
    </p:extLst>
    <p:bg>
      <p:bgPr>
        <a:gradFill>
          <a:lin ang="3600000" scaled="1"/>
          <a:gsLst>
            <a:gs pos="0">
              <a:srgbClr val="FEF9E7"/>
            </a:gs>
            <a:gs pos="30000">
              <a:srgbClr val="FDEBD0"/>
            </a:gs>
            <a:gs pos="70000">
              <a:srgbClr val="D6EAF8"/>
            </a:gs>
            <a:gs pos="100000">
              <a:srgbClr val="E8DAEF"/>
            </a:gs>
          </a:gsLst>
        </a:gradFill>
        <a:effectLst/>
      </p:bgPr>
    </p:bg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8CC27BF-8B6B-6777-C8F5-5629B0ABA8BD}"/>
              </a:ext>
            </a:extLst>
          </p:cNvPr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2D6BA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5AB2562-31B1-B10B-BB61-C7BB629528AF}"/>
              </a:ext>
            </a:extLst>
          </p:cNvPr>
          <p:cNvSpPr txBox="1"/>
          <p:nvPr/>
        </p:nvSpPr>
        <p:spPr>
          <a:xfrm>
            <a:off x="190500" y="127000"/>
            <a:ext cx="762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2800" b="1">
                <a:solidFill>
                  <a:srgbClr val="FFFFFF"/>
                </a:solidFill>
                <a:latin typeface="Microsoft YaHei" panose="020B0503020204020204" pitchFamily="34" charset="-122"/>
              </a:rPr>
              <a:t>👨‍👩‍👧‍👦 家人朋友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978FFEC6-16E7-42C9-61C4-5DBF3AE57923}"/>
              </a:ext>
            </a:extLst>
          </p:cNvPr>
          <p:cNvSpPr/>
          <p:nvPr/>
        </p:nvSpPr>
        <p:spPr>
          <a:xfrm>
            <a:off x="-3238500" y="2032000"/>
            <a:ext cx="3429000" cy="1778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E12FBAD-42E5-25AC-6C65-7068F2D9294B}"/>
              </a:ext>
            </a:extLst>
          </p:cNvPr>
          <p:cNvSpPr/>
          <p:nvPr/>
        </p:nvSpPr>
        <p:spPr>
          <a:xfrm>
            <a:off x="-3238500" y="2032000"/>
            <a:ext cx="3429000" cy="76200"/>
          </a:xfrm>
          <a:prstGeom prst="rect">
            <a:avLst/>
          </a:prstGeom>
          <a:solidFill>
            <a:srgbClr val="2D6BA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A7B9213-2150-9C6F-3ECB-D171A810E46E}"/>
              </a:ext>
            </a:extLst>
          </p:cNvPr>
          <p:cNvSpPr txBox="1"/>
          <p:nvPr/>
        </p:nvSpPr>
        <p:spPr>
          <a:xfrm>
            <a:off x="-3136900" y="2730500"/>
            <a:ext cx="322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600" b="1">
                <a:solidFill>
                  <a:srgbClr val="2D6BA4"/>
                </a:solidFill>
                <a:latin typeface="Microsoft YaHei" panose="020B0503020204020204" pitchFamily="34" charset="-122"/>
              </a:rPr>
              <a:t>father</a:t>
            </a:r>
            <a:endParaRPr lang="zh-CN" altLang="en-US" sz="2600" b="1">
              <a:solidFill>
                <a:srgbClr val="2D6BA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3A4E664-7379-8E58-8C08-65A34C8B5FA9}"/>
              </a:ext>
            </a:extLst>
          </p:cNvPr>
          <p:cNvSpPr txBox="1"/>
          <p:nvPr/>
        </p:nvSpPr>
        <p:spPr>
          <a:xfrm>
            <a:off x="-3136900" y="3365500"/>
            <a:ext cx="32258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(</a:t>
            </a:r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爸爸</a:t>
            </a:r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)</a:t>
            </a:r>
            <a:endParaRPr lang="zh-CN" altLang="en-US" sz="1400">
              <a:solidFill>
                <a:srgbClr val="7F8C8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2236A47A-51FF-F8EF-B482-B88EA80F88C7}"/>
              </a:ext>
            </a:extLst>
          </p:cNvPr>
          <p:cNvSpPr/>
          <p:nvPr/>
        </p:nvSpPr>
        <p:spPr>
          <a:xfrm>
            <a:off x="571500" y="2032000"/>
            <a:ext cx="3429000" cy="1778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E03C1A6-74E6-F905-4893-85CEF7FA1761}"/>
              </a:ext>
            </a:extLst>
          </p:cNvPr>
          <p:cNvSpPr/>
          <p:nvPr/>
        </p:nvSpPr>
        <p:spPr>
          <a:xfrm>
            <a:off x="571500" y="2032000"/>
            <a:ext cx="3429000" cy="76200"/>
          </a:xfrm>
          <a:prstGeom prst="rect">
            <a:avLst/>
          </a:prstGeom>
          <a:solidFill>
            <a:srgbClr val="2D6BA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2AC9C2C-F81D-4E1A-510B-274850FC1079}"/>
              </a:ext>
            </a:extLst>
          </p:cNvPr>
          <p:cNvSpPr txBox="1"/>
          <p:nvPr/>
        </p:nvSpPr>
        <p:spPr>
          <a:xfrm>
            <a:off x="673100" y="2730500"/>
            <a:ext cx="322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600" b="1">
                <a:solidFill>
                  <a:srgbClr val="2D6BA4"/>
                </a:solidFill>
                <a:latin typeface="Microsoft YaHei" panose="020B0503020204020204" pitchFamily="34" charset="-122"/>
              </a:rPr>
              <a:t>mother</a:t>
            </a:r>
            <a:endParaRPr lang="zh-CN" altLang="en-US" sz="2600" b="1">
              <a:solidFill>
                <a:srgbClr val="2D6BA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1A47EB7-6BC8-F3D7-3FAA-2F10E517BD0D}"/>
              </a:ext>
            </a:extLst>
          </p:cNvPr>
          <p:cNvSpPr txBox="1"/>
          <p:nvPr/>
        </p:nvSpPr>
        <p:spPr>
          <a:xfrm>
            <a:off x="673100" y="3365500"/>
            <a:ext cx="32258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(</a:t>
            </a:r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妈妈</a:t>
            </a:r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)</a:t>
            </a:r>
            <a:endParaRPr lang="zh-CN" altLang="en-US" sz="1400">
              <a:solidFill>
                <a:srgbClr val="7F8C8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E8E90D79-4C77-16A5-A2D5-6A3123FAB888}"/>
              </a:ext>
            </a:extLst>
          </p:cNvPr>
          <p:cNvSpPr/>
          <p:nvPr/>
        </p:nvSpPr>
        <p:spPr>
          <a:xfrm>
            <a:off x="4381500" y="2032000"/>
            <a:ext cx="3429000" cy="1778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EA5405C-7194-DC50-B367-99E2558E7D83}"/>
              </a:ext>
            </a:extLst>
          </p:cNvPr>
          <p:cNvSpPr/>
          <p:nvPr/>
        </p:nvSpPr>
        <p:spPr>
          <a:xfrm>
            <a:off x="4381500" y="2032000"/>
            <a:ext cx="3429000" cy="76200"/>
          </a:xfrm>
          <a:prstGeom prst="rect">
            <a:avLst/>
          </a:prstGeom>
          <a:solidFill>
            <a:srgbClr val="2D6BA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42379A7-8097-764A-DD36-963572A8777A}"/>
              </a:ext>
            </a:extLst>
          </p:cNvPr>
          <p:cNvSpPr txBox="1"/>
          <p:nvPr/>
        </p:nvSpPr>
        <p:spPr>
          <a:xfrm>
            <a:off x="4483100" y="2730500"/>
            <a:ext cx="322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600" b="1">
                <a:solidFill>
                  <a:srgbClr val="2D6BA4"/>
                </a:solidFill>
                <a:latin typeface="Microsoft YaHei" panose="020B0503020204020204" pitchFamily="34" charset="-122"/>
              </a:rPr>
              <a:t>brother</a:t>
            </a:r>
            <a:endParaRPr lang="zh-CN" altLang="en-US" sz="2600" b="1">
              <a:solidFill>
                <a:srgbClr val="2D6BA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69BD77F-571B-B81D-D0B7-C104713A89CE}"/>
              </a:ext>
            </a:extLst>
          </p:cNvPr>
          <p:cNvSpPr txBox="1"/>
          <p:nvPr/>
        </p:nvSpPr>
        <p:spPr>
          <a:xfrm>
            <a:off x="4483100" y="3365500"/>
            <a:ext cx="32258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(</a:t>
            </a:r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兄弟</a:t>
            </a:r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)</a:t>
            </a:r>
            <a:endParaRPr lang="zh-CN" altLang="en-US" sz="1400">
              <a:solidFill>
                <a:srgbClr val="7F8C8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385CB730-7B60-3F0D-2D68-D104EEA8892C}"/>
              </a:ext>
            </a:extLst>
          </p:cNvPr>
          <p:cNvSpPr/>
          <p:nvPr/>
        </p:nvSpPr>
        <p:spPr>
          <a:xfrm>
            <a:off x="8191500" y="2032000"/>
            <a:ext cx="3429000" cy="1778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D6EC98E-D71C-CAA7-BE3D-9C7B69D2E1B9}"/>
              </a:ext>
            </a:extLst>
          </p:cNvPr>
          <p:cNvSpPr/>
          <p:nvPr/>
        </p:nvSpPr>
        <p:spPr>
          <a:xfrm>
            <a:off x="8191500" y="2032000"/>
            <a:ext cx="3429000" cy="76200"/>
          </a:xfrm>
          <a:prstGeom prst="rect">
            <a:avLst/>
          </a:prstGeom>
          <a:solidFill>
            <a:srgbClr val="2D6BA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C8664AD-5232-9434-13A3-17F9F081E279}"/>
              </a:ext>
            </a:extLst>
          </p:cNvPr>
          <p:cNvSpPr txBox="1"/>
          <p:nvPr/>
        </p:nvSpPr>
        <p:spPr>
          <a:xfrm>
            <a:off x="8293100" y="2730500"/>
            <a:ext cx="322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600" b="1">
                <a:solidFill>
                  <a:srgbClr val="2D6BA4"/>
                </a:solidFill>
                <a:latin typeface="Microsoft YaHei" panose="020B0503020204020204" pitchFamily="34" charset="-122"/>
              </a:rPr>
              <a:t>sister</a:t>
            </a:r>
            <a:endParaRPr lang="zh-CN" altLang="en-US" sz="2600" b="1">
              <a:solidFill>
                <a:srgbClr val="2D6BA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9C13CD8-ED8A-6418-27F1-B0BF840471A4}"/>
              </a:ext>
            </a:extLst>
          </p:cNvPr>
          <p:cNvSpPr txBox="1"/>
          <p:nvPr/>
        </p:nvSpPr>
        <p:spPr>
          <a:xfrm>
            <a:off x="8293100" y="3365500"/>
            <a:ext cx="32258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(</a:t>
            </a:r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姐妹</a:t>
            </a:r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)</a:t>
            </a:r>
            <a:endParaRPr lang="zh-CN" altLang="en-US" sz="1400">
              <a:solidFill>
                <a:srgbClr val="7F8C8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A7B2F81F-2C7A-D6D3-6AAA-4B345C1E5ED9}"/>
              </a:ext>
            </a:extLst>
          </p:cNvPr>
          <p:cNvSpPr/>
          <p:nvPr/>
        </p:nvSpPr>
        <p:spPr>
          <a:xfrm>
            <a:off x="12001500" y="2032000"/>
            <a:ext cx="3429000" cy="1778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22224A3-D88D-7C65-C6DA-113A8E08E0BF}"/>
              </a:ext>
            </a:extLst>
          </p:cNvPr>
          <p:cNvSpPr/>
          <p:nvPr/>
        </p:nvSpPr>
        <p:spPr>
          <a:xfrm>
            <a:off x="12001500" y="2032000"/>
            <a:ext cx="3429000" cy="76200"/>
          </a:xfrm>
          <a:prstGeom prst="rect">
            <a:avLst/>
          </a:prstGeom>
          <a:solidFill>
            <a:srgbClr val="2D6BA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9E6474-CDE6-2528-98D1-A0BC774F46B7}"/>
              </a:ext>
            </a:extLst>
          </p:cNvPr>
          <p:cNvSpPr txBox="1"/>
          <p:nvPr/>
        </p:nvSpPr>
        <p:spPr>
          <a:xfrm>
            <a:off x="12103100" y="2730500"/>
            <a:ext cx="322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600" b="1">
                <a:solidFill>
                  <a:srgbClr val="2D6BA4"/>
                </a:solidFill>
                <a:latin typeface="Microsoft YaHei" panose="020B0503020204020204" pitchFamily="34" charset="-122"/>
              </a:rPr>
              <a:t>family</a:t>
            </a:r>
            <a:endParaRPr lang="zh-CN" altLang="en-US" sz="2600" b="1">
              <a:solidFill>
                <a:srgbClr val="2D6BA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BF1CA0D-CE4C-FDF6-533B-BB242DB19CC5}"/>
              </a:ext>
            </a:extLst>
          </p:cNvPr>
          <p:cNvSpPr txBox="1"/>
          <p:nvPr/>
        </p:nvSpPr>
        <p:spPr>
          <a:xfrm>
            <a:off x="12103100" y="3365500"/>
            <a:ext cx="32258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(</a:t>
            </a:r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家庭</a:t>
            </a:r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)</a:t>
            </a:r>
            <a:endParaRPr lang="zh-CN" altLang="en-US" sz="1400">
              <a:solidFill>
                <a:srgbClr val="7F8C8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587EEE85-B21E-6227-24B0-CC40767CA2D8}"/>
              </a:ext>
            </a:extLst>
          </p:cNvPr>
          <p:cNvSpPr/>
          <p:nvPr/>
        </p:nvSpPr>
        <p:spPr>
          <a:xfrm>
            <a:off x="-3238500" y="4064000"/>
            <a:ext cx="3429000" cy="1778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F46832D-78B3-2621-D0EC-10952CA3B86C}"/>
              </a:ext>
            </a:extLst>
          </p:cNvPr>
          <p:cNvSpPr/>
          <p:nvPr/>
        </p:nvSpPr>
        <p:spPr>
          <a:xfrm>
            <a:off x="-3238500" y="4064000"/>
            <a:ext cx="3429000" cy="76200"/>
          </a:xfrm>
          <a:prstGeom prst="rect">
            <a:avLst/>
          </a:prstGeom>
          <a:solidFill>
            <a:srgbClr val="2D6BA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CFAEFE7E-F55A-AC9B-F9F5-C72A5DF31C8C}"/>
              </a:ext>
            </a:extLst>
          </p:cNvPr>
          <p:cNvSpPr txBox="1"/>
          <p:nvPr/>
        </p:nvSpPr>
        <p:spPr>
          <a:xfrm>
            <a:off x="-3136900" y="4762500"/>
            <a:ext cx="322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600" b="1">
                <a:solidFill>
                  <a:srgbClr val="2D6BA4"/>
                </a:solidFill>
                <a:latin typeface="Microsoft YaHei" panose="020B0503020204020204" pitchFamily="34" charset="-122"/>
              </a:rPr>
              <a:t>friend</a:t>
            </a:r>
            <a:endParaRPr lang="zh-CN" altLang="en-US" sz="2600" b="1">
              <a:solidFill>
                <a:srgbClr val="2D6BA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6D59B2D-8EF0-D55B-D83B-E2D09AB2A341}"/>
              </a:ext>
            </a:extLst>
          </p:cNvPr>
          <p:cNvSpPr txBox="1"/>
          <p:nvPr/>
        </p:nvSpPr>
        <p:spPr>
          <a:xfrm>
            <a:off x="-3136900" y="5397500"/>
            <a:ext cx="32258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(</a:t>
            </a:r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朋友</a:t>
            </a:r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)</a:t>
            </a:r>
            <a:endParaRPr lang="zh-CN" altLang="en-US" sz="1400">
              <a:solidFill>
                <a:srgbClr val="7F8C8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AAF33428-3A86-9B07-B647-701CD1A0B753}"/>
              </a:ext>
            </a:extLst>
          </p:cNvPr>
          <p:cNvSpPr/>
          <p:nvPr/>
        </p:nvSpPr>
        <p:spPr>
          <a:xfrm>
            <a:off x="571500" y="4064000"/>
            <a:ext cx="3429000" cy="1778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1AE3801-1141-3C61-4275-FA5EA04B7655}"/>
              </a:ext>
            </a:extLst>
          </p:cNvPr>
          <p:cNvSpPr/>
          <p:nvPr/>
        </p:nvSpPr>
        <p:spPr>
          <a:xfrm>
            <a:off x="571500" y="4064000"/>
            <a:ext cx="3429000" cy="76200"/>
          </a:xfrm>
          <a:prstGeom prst="rect">
            <a:avLst/>
          </a:prstGeom>
          <a:solidFill>
            <a:srgbClr val="2D6BA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DC9B93C4-0327-A721-9F50-47F79660B512}"/>
              </a:ext>
            </a:extLst>
          </p:cNvPr>
          <p:cNvSpPr txBox="1"/>
          <p:nvPr/>
        </p:nvSpPr>
        <p:spPr>
          <a:xfrm>
            <a:off x="673100" y="4762500"/>
            <a:ext cx="322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600" b="1">
                <a:solidFill>
                  <a:srgbClr val="2D6BA4"/>
                </a:solidFill>
                <a:latin typeface="Microsoft YaHei" panose="020B0503020204020204" pitchFamily="34" charset="-122"/>
              </a:rPr>
              <a:t>he</a:t>
            </a:r>
            <a:endParaRPr lang="zh-CN" altLang="en-US" sz="2600" b="1">
              <a:solidFill>
                <a:srgbClr val="2D6BA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2F2EFED7-9573-D017-D084-09A61BE0F60D}"/>
              </a:ext>
            </a:extLst>
          </p:cNvPr>
          <p:cNvSpPr txBox="1"/>
          <p:nvPr/>
        </p:nvSpPr>
        <p:spPr>
          <a:xfrm>
            <a:off x="673100" y="5397500"/>
            <a:ext cx="32258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(</a:t>
            </a:r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他</a:t>
            </a:r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)</a:t>
            </a:r>
            <a:endParaRPr lang="zh-CN" altLang="en-US" sz="1400">
              <a:solidFill>
                <a:srgbClr val="7F8C8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4B72841B-CA6C-D257-BAD2-B4E87223574A}"/>
              </a:ext>
            </a:extLst>
          </p:cNvPr>
          <p:cNvSpPr/>
          <p:nvPr/>
        </p:nvSpPr>
        <p:spPr>
          <a:xfrm>
            <a:off x="4381500" y="4064000"/>
            <a:ext cx="3429000" cy="1778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1D23AEE5-F89D-F94E-A483-EF46E2FFE6AC}"/>
              </a:ext>
            </a:extLst>
          </p:cNvPr>
          <p:cNvSpPr/>
          <p:nvPr/>
        </p:nvSpPr>
        <p:spPr>
          <a:xfrm>
            <a:off x="4381500" y="4064000"/>
            <a:ext cx="3429000" cy="76200"/>
          </a:xfrm>
          <a:prstGeom prst="rect">
            <a:avLst/>
          </a:prstGeom>
          <a:solidFill>
            <a:srgbClr val="2D6BA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B782D7E8-E0B7-A8CF-65BB-B312E497C23D}"/>
              </a:ext>
            </a:extLst>
          </p:cNvPr>
          <p:cNvSpPr txBox="1"/>
          <p:nvPr/>
        </p:nvSpPr>
        <p:spPr>
          <a:xfrm>
            <a:off x="4483100" y="4762500"/>
            <a:ext cx="322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600" b="1">
                <a:solidFill>
                  <a:srgbClr val="2D6BA4"/>
                </a:solidFill>
                <a:latin typeface="Microsoft YaHei" panose="020B0503020204020204" pitchFamily="34" charset="-122"/>
              </a:rPr>
              <a:t>she</a:t>
            </a:r>
            <a:endParaRPr lang="zh-CN" altLang="en-US" sz="2600" b="1">
              <a:solidFill>
                <a:srgbClr val="2D6BA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12D18333-AB71-354E-040A-1727BC33217E}"/>
              </a:ext>
            </a:extLst>
          </p:cNvPr>
          <p:cNvSpPr txBox="1"/>
          <p:nvPr/>
        </p:nvSpPr>
        <p:spPr>
          <a:xfrm>
            <a:off x="4483100" y="5397500"/>
            <a:ext cx="32258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(</a:t>
            </a:r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她</a:t>
            </a:r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)</a:t>
            </a:r>
            <a:endParaRPr lang="zh-CN" altLang="en-US" sz="1400">
              <a:solidFill>
                <a:srgbClr val="7F8C8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201CF3E7-684C-262F-F3FD-4000F2239D0B}"/>
              </a:ext>
            </a:extLst>
          </p:cNvPr>
          <p:cNvSpPr/>
          <p:nvPr/>
        </p:nvSpPr>
        <p:spPr>
          <a:xfrm>
            <a:off x="8191500" y="4064000"/>
            <a:ext cx="3429000" cy="1778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48CA918F-2300-BA03-199D-5A013492308A}"/>
              </a:ext>
            </a:extLst>
          </p:cNvPr>
          <p:cNvSpPr/>
          <p:nvPr/>
        </p:nvSpPr>
        <p:spPr>
          <a:xfrm>
            <a:off x="8191500" y="4064000"/>
            <a:ext cx="3429000" cy="76200"/>
          </a:xfrm>
          <a:prstGeom prst="rect">
            <a:avLst/>
          </a:prstGeom>
          <a:solidFill>
            <a:srgbClr val="2D6BA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5F641BB2-9ACD-802C-A228-F6AFC9B83425}"/>
              </a:ext>
            </a:extLst>
          </p:cNvPr>
          <p:cNvSpPr txBox="1"/>
          <p:nvPr/>
        </p:nvSpPr>
        <p:spPr>
          <a:xfrm>
            <a:off x="8293100" y="4762500"/>
            <a:ext cx="322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600" b="1">
                <a:solidFill>
                  <a:srgbClr val="2D6BA4"/>
                </a:solidFill>
                <a:latin typeface="Microsoft YaHei" panose="020B0503020204020204" pitchFamily="34" charset="-122"/>
              </a:rPr>
              <a:t>they</a:t>
            </a:r>
            <a:endParaRPr lang="zh-CN" altLang="en-US" sz="2600" b="1">
              <a:solidFill>
                <a:srgbClr val="2D6BA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2F184AEE-D354-7002-61A4-CA7EFCE6052C}"/>
              </a:ext>
            </a:extLst>
          </p:cNvPr>
          <p:cNvSpPr txBox="1"/>
          <p:nvPr/>
        </p:nvSpPr>
        <p:spPr>
          <a:xfrm>
            <a:off x="8293100" y="5397500"/>
            <a:ext cx="32258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(</a:t>
            </a:r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他们</a:t>
            </a:r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)</a:t>
            </a:r>
            <a:endParaRPr lang="zh-CN" altLang="en-US" sz="1400">
              <a:solidFill>
                <a:srgbClr val="7F8C8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A8A2FC64-3CA5-A454-25F7-1D703776715E}"/>
              </a:ext>
            </a:extLst>
          </p:cNvPr>
          <p:cNvSpPr/>
          <p:nvPr/>
        </p:nvSpPr>
        <p:spPr>
          <a:xfrm>
            <a:off x="12001500" y="4064000"/>
            <a:ext cx="3429000" cy="1778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EC8C0B54-A6C2-059F-8CA7-36B4BF451565}"/>
              </a:ext>
            </a:extLst>
          </p:cNvPr>
          <p:cNvSpPr/>
          <p:nvPr/>
        </p:nvSpPr>
        <p:spPr>
          <a:xfrm>
            <a:off x="12001500" y="4064000"/>
            <a:ext cx="3429000" cy="76200"/>
          </a:xfrm>
          <a:prstGeom prst="rect">
            <a:avLst/>
          </a:prstGeom>
          <a:solidFill>
            <a:srgbClr val="2D6BA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82E8612B-2734-205A-7154-812C0B6BB498}"/>
              </a:ext>
            </a:extLst>
          </p:cNvPr>
          <p:cNvSpPr txBox="1"/>
          <p:nvPr/>
        </p:nvSpPr>
        <p:spPr>
          <a:xfrm>
            <a:off x="12103100" y="4762500"/>
            <a:ext cx="322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600" b="1">
                <a:solidFill>
                  <a:srgbClr val="2D6BA4"/>
                </a:solidFill>
                <a:latin typeface="Microsoft YaHei" panose="020B0503020204020204" pitchFamily="34" charset="-122"/>
              </a:rPr>
              <a:t>this</a:t>
            </a:r>
            <a:endParaRPr lang="zh-CN" altLang="en-US" sz="2600" b="1">
              <a:solidFill>
                <a:srgbClr val="2D6BA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689F9E0B-F15E-BB03-7CBA-474103C206E1}"/>
              </a:ext>
            </a:extLst>
          </p:cNvPr>
          <p:cNvSpPr txBox="1"/>
          <p:nvPr/>
        </p:nvSpPr>
        <p:spPr>
          <a:xfrm>
            <a:off x="12103100" y="5397500"/>
            <a:ext cx="32258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(</a:t>
            </a:r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这个</a:t>
            </a:r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)</a:t>
            </a:r>
            <a:endParaRPr lang="zh-CN" altLang="en-US" sz="1400">
              <a:solidFill>
                <a:srgbClr val="7F8C8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4" name="5-Point Star 43"/>
          <p:cNvSpPr/>
          <p:nvPr/>
        </p:nvSpPr>
        <p:spPr>
          <a:xfrm rot="19380000">
            <a:off x="363463" y="861937"/>
            <a:ext cx="200000" cy="200000"/>
          </a:xfrm>
          <a:prstGeom prst="star5">
            <a:avLst/>
          </a:prstGeom>
          <a:solidFill>
            <a:srgbClr val="4FC3F7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5-Point Star 44"/>
          <p:cNvSpPr/>
          <p:nvPr/>
        </p:nvSpPr>
        <p:spPr>
          <a:xfrm rot="18300000">
            <a:off x="7282018" y="6494889"/>
            <a:ext cx="200000" cy="200000"/>
          </a:xfrm>
          <a:prstGeom prst="star5">
            <a:avLst/>
          </a:prstGeom>
          <a:solidFill>
            <a:srgbClr val="81C784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5-Point Star 45"/>
          <p:cNvSpPr/>
          <p:nvPr/>
        </p:nvSpPr>
        <p:spPr>
          <a:xfrm rot="20040000">
            <a:off x="6482858" y="6352536"/>
            <a:ext cx="200000" cy="200000"/>
          </a:xfrm>
          <a:prstGeom prst="star5">
            <a:avLst/>
          </a:prstGeom>
          <a:solidFill>
            <a:srgbClr val="CE93D8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674751" y="4482777"/>
            <a:ext cx="142492" cy="142492"/>
          </a:xfrm>
          <a:prstGeom prst="ellipse">
            <a:avLst/>
          </a:prstGeom>
          <a:solidFill>
            <a:srgbClr val="FFE0B2">
              <a:alpha val="2935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225012" y="2479581"/>
            <a:ext cx="71850" cy="71850"/>
          </a:xfrm>
          <a:prstGeom prst="ellipse">
            <a:avLst/>
          </a:prstGeom>
          <a:solidFill>
            <a:srgbClr val="E1BEE7">
              <a:alpha val="2273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571055" y="6542097"/>
            <a:ext cx="122884" cy="122884"/>
          </a:xfrm>
          <a:prstGeom prst="ellipse">
            <a:avLst/>
          </a:prstGeom>
          <a:solidFill>
            <a:srgbClr val="FFF9C4">
              <a:alpha val="3127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8262673" y="2205008"/>
            <a:ext cx="125178" cy="125178"/>
          </a:xfrm>
          <a:prstGeom prst="ellipse">
            <a:avLst/>
          </a:prstGeom>
          <a:solidFill>
            <a:srgbClr val="C8E6C9">
              <a:alpha val="1577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8150754" y="6433689"/>
            <a:ext cx="84139" cy="84139"/>
          </a:xfrm>
          <a:prstGeom prst="ellipse">
            <a:avLst/>
          </a:prstGeom>
          <a:solidFill>
            <a:srgbClr val="C8E6C9">
              <a:alpha val="2332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9641295" y="3905550"/>
            <a:ext cx="141931" cy="141931"/>
          </a:xfrm>
          <a:prstGeom prst="ellipse">
            <a:avLst/>
          </a:prstGeom>
          <a:solidFill>
            <a:srgbClr val="B2EBF2">
              <a:alpha val="2745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027059950"/>
      </p:ext>
    </p:extLst>
    <p:bg>
      <p:bgPr>
        <a:gradFill>
          <a:lin ang="3600000" scaled="1"/>
          <a:gsLst>
            <a:gs pos="0">
              <a:srgbClr val="FEF9E7"/>
            </a:gs>
            <a:gs pos="30000">
              <a:srgbClr val="FDEBD0"/>
            </a:gs>
            <a:gs pos="70000">
              <a:srgbClr val="D6EAF8"/>
            </a:gs>
            <a:gs pos="100000">
              <a:srgbClr val="E8DAEF"/>
            </a:gs>
          </a:gsLst>
        </a:gradFill>
        <a:effectLst/>
      </p:bgPr>
    </p:bg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F00C8DD-9B74-81F4-55BD-FBA0CEACA40D}"/>
              </a:ext>
            </a:extLst>
          </p:cNvPr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2D6BA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AC5A007-1D24-BF01-D96C-489553BADFD7}"/>
              </a:ext>
            </a:extLst>
          </p:cNvPr>
          <p:cNvSpPr txBox="1"/>
          <p:nvPr/>
        </p:nvSpPr>
        <p:spPr>
          <a:xfrm>
            <a:off x="190500" y="127000"/>
            <a:ext cx="762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2800" b="1">
                <a:solidFill>
                  <a:srgbClr val="FFFFFF"/>
                </a:solidFill>
                <a:latin typeface="Microsoft YaHei" panose="020B0503020204020204" pitchFamily="34" charset="-122"/>
              </a:rPr>
              <a:t>❤️ 爱好活动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3D5CDD2B-6F0D-5C66-7187-F3FB09D95AB7}"/>
              </a:ext>
            </a:extLst>
          </p:cNvPr>
          <p:cNvSpPr/>
          <p:nvPr/>
        </p:nvSpPr>
        <p:spPr>
          <a:xfrm>
            <a:off x="-3238500" y="2032000"/>
            <a:ext cx="3429000" cy="1778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901AD3D-90E5-5403-C230-57864660240D}"/>
              </a:ext>
            </a:extLst>
          </p:cNvPr>
          <p:cNvSpPr/>
          <p:nvPr/>
        </p:nvSpPr>
        <p:spPr>
          <a:xfrm>
            <a:off x="-3238500" y="2032000"/>
            <a:ext cx="3429000" cy="76200"/>
          </a:xfrm>
          <a:prstGeom prst="rect">
            <a:avLst/>
          </a:prstGeom>
          <a:solidFill>
            <a:srgbClr val="2D6BA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5772130-5853-5F86-5D44-95AE2CDF2542}"/>
              </a:ext>
            </a:extLst>
          </p:cNvPr>
          <p:cNvSpPr txBox="1"/>
          <p:nvPr/>
        </p:nvSpPr>
        <p:spPr>
          <a:xfrm>
            <a:off x="-3136900" y="2730500"/>
            <a:ext cx="322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600" b="1">
                <a:solidFill>
                  <a:srgbClr val="2D6BA4"/>
                </a:solidFill>
                <a:latin typeface="Microsoft YaHei" panose="020B0503020204020204" pitchFamily="34" charset="-122"/>
              </a:rPr>
              <a:t>like</a:t>
            </a:r>
            <a:endParaRPr lang="zh-CN" altLang="en-US" sz="2600" b="1">
              <a:solidFill>
                <a:srgbClr val="2D6BA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DAF692D-093C-6476-FA32-C41DBCAF6523}"/>
              </a:ext>
            </a:extLst>
          </p:cNvPr>
          <p:cNvSpPr txBox="1"/>
          <p:nvPr/>
        </p:nvSpPr>
        <p:spPr>
          <a:xfrm>
            <a:off x="-3136900" y="3365500"/>
            <a:ext cx="32258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(</a:t>
            </a:r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喜欢</a:t>
            </a:r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)</a:t>
            </a:r>
            <a:endParaRPr lang="zh-CN" altLang="en-US" sz="1400">
              <a:solidFill>
                <a:srgbClr val="7F8C8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2623316B-E347-9595-DDDC-22C14AAE8C1F}"/>
              </a:ext>
            </a:extLst>
          </p:cNvPr>
          <p:cNvSpPr/>
          <p:nvPr/>
        </p:nvSpPr>
        <p:spPr>
          <a:xfrm>
            <a:off x="571500" y="2032000"/>
            <a:ext cx="3429000" cy="1778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13A522F-6067-0E14-22F9-93ACEE12A1FB}"/>
              </a:ext>
            </a:extLst>
          </p:cNvPr>
          <p:cNvSpPr/>
          <p:nvPr/>
        </p:nvSpPr>
        <p:spPr>
          <a:xfrm>
            <a:off x="571500" y="2032000"/>
            <a:ext cx="3429000" cy="76200"/>
          </a:xfrm>
          <a:prstGeom prst="rect">
            <a:avLst/>
          </a:prstGeom>
          <a:solidFill>
            <a:srgbClr val="2D6BA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B8334F2-E736-A0CD-0081-5D0928842597}"/>
              </a:ext>
            </a:extLst>
          </p:cNvPr>
          <p:cNvSpPr txBox="1"/>
          <p:nvPr/>
        </p:nvSpPr>
        <p:spPr>
          <a:xfrm>
            <a:off x="673100" y="2730500"/>
            <a:ext cx="322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600" b="1">
                <a:solidFill>
                  <a:srgbClr val="2D6BA4"/>
                </a:solidFill>
                <a:latin typeface="Microsoft YaHei" panose="020B0503020204020204" pitchFamily="34" charset="-122"/>
              </a:rPr>
              <a:t>love</a:t>
            </a:r>
            <a:endParaRPr lang="zh-CN" altLang="en-US" sz="2600" b="1">
              <a:solidFill>
                <a:srgbClr val="2D6BA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A73CD54-1E76-C061-BDF1-C16CF8EF2146}"/>
              </a:ext>
            </a:extLst>
          </p:cNvPr>
          <p:cNvSpPr txBox="1"/>
          <p:nvPr/>
        </p:nvSpPr>
        <p:spPr>
          <a:xfrm>
            <a:off x="673100" y="3365500"/>
            <a:ext cx="32258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(</a:t>
            </a:r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热爱</a:t>
            </a:r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)</a:t>
            </a:r>
            <a:endParaRPr lang="zh-CN" altLang="en-US" sz="1400">
              <a:solidFill>
                <a:srgbClr val="7F8C8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58F5BC80-5762-8BB9-8C32-DE77902163E5}"/>
              </a:ext>
            </a:extLst>
          </p:cNvPr>
          <p:cNvSpPr/>
          <p:nvPr/>
        </p:nvSpPr>
        <p:spPr>
          <a:xfrm>
            <a:off x="4381500" y="2032000"/>
            <a:ext cx="3429000" cy="1778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D41AF14-8F3A-61C0-C204-2EC635630460}"/>
              </a:ext>
            </a:extLst>
          </p:cNvPr>
          <p:cNvSpPr/>
          <p:nvPr/>
        </p:nvSpPr>
        <p:spPr>
          <a:xfrm>
            <a:off x="4381500" y="2032000"/>
            <a:ext cx="3429000" cy="76200"/>
          </a:xfrm>
          <a:prstGeom prst="rect">
            <a:avLst/>
          </a:prstGeom>
          <a:solidFill>
            <a:srgbClr val="2D6BA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3CB7003-153B-123B-7AEA-B88ED046759D}"/>
              </a:ext>
            </a:extLst>
          </p:cNvPr>
          <p:cNvSpPr txBox="1"/>
          <p:nvPr/>
        </p:nvSpPr>
        <p:spPr>
          <a:xfrm>
            <a:off x="4483100" y="2730500"/>
            <a:ext cx="322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600" b="1">
                <a:solidFill>
                  <a:srgbClr val="2D6BA4"/>
                </a:solidFill>
                <a:latin typeface="Microsoft YaHei" panose="020B0503020204020204" pitchFamily="34" charset="-122"/>
              </a:rPr>
              <a:t>play</a:t>
            </a:r>
            <a:endParaRPr lang="zh-CN" altLang="en-US" sz="2600" b="1">
              <a:solidFill>
                <a:srgbClr val="2D6BA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A11FD31-2CFA-8360-F646-C171546E34B0}"/>
              </a:ext>
            </a:extLst>
          </p:cNvPr>
          <p:cNvSpPr txBox="1"/>
          <p:nvPr/>
        </p:nvSpPr>
        <p:spPr>
          <a:xfrm>
            <a:off x="4483100" y="3365500"/>
            <a:ext cx="32258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(</a:t>
            </a:r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玩</a:t>
            </a:r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)</a:t>
            </a:r>
            <a:endParaRPr lang="zh-CN" altLang="en-US" sz="1400">
              <a:solidFill>
                <a:srgbClr val="7F8C8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9BBB366D-9289-B8D7-13E1-D81EA10B5A36}"/>
              </a:ext>
            </a:extLst>
          </p:cNvPr>
          <p:cNvSpPr/>
          <p:nvPr/>
        </p:nvSpPr>
        <p:spPr>
          <a:xfrm>
            <a:off x="8191500" y="2032000"/>
            <a:ext cx="3429000" cy="1778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A9C2487-B64F-09F3-6038-962D3820DB60}"/>
              </a:ext>
            </a:extLst>
          </p:cNvPr>
          <p:cNvSpPr/>
          <p:nvPr/>
        </p:nvSpPr>
        <p:spPr>
          <a:xfrm>
            <a:off x="8191500" y="2032000"/>
            <a:ext cx="3429000" cy="76200"/>
          </a:xfrm>
          <a:prstGeom prst="rect">
            <a:avLst/>
          </a:prstGeom>
          <a:solidFill>
            <a:srgbClr val="2D6BA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D9DFC34-DFA5-C900-5F6F-CAFF14B48457}"/>
              </a:ext>
            </a:extLst>
          </p:cNvPr>
          <p:cNvSpPr txBox="1"/>
          <p:nvPr/>
        </p:nvSpPr>
        <p:spPr>
          <a:xfrm>
            <a:off x="8293100" y="2730500"/>
            <a:ext cx="322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600" b="1">
                <a:solidFill>
                  <a:srgbClr val="2D6BA4"/>
                </a:solidFill>
                <a:latin typeface="Microsoft YaHei" panose="020B0503020204020204" pitchFamily="34" charset="-122"/>
              </a:rPr>
              <a:t>read</a:t>
            </a:r>
            <a:endParaRPr lang="zh-CN" altLang="en-US" sz="2600" b="1">
              <a:solidFill>
                <a:srgbClr val="2D6BA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63CFC4D-DCCB-AA87-ADD8-1930BD6C6D3A}"/>
              </a:ext>
            </a:extLst>
          </p:cNvPr>
          <p:cNvSpPr txBox="1"/>
          <p:nvPr/>
        </p:nvSpPr>
        <p:spPr>
          <a:xfrm>
            <a:off x="8293100" y="3365500"/>
            <a:ext cx="32258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(</a:t>
            </a:r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阅读</a:t>
            </a:r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)</a:t>
            </a:r>
            <a:endParaRPr lang="zh-CN" altLang="en-US" sz="1400">
              <a:solidFill>
                <a:srgbClr val="7F8C8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E212C34B-7BB8-E5B4-20C4-232929B4927C}"/>
              </a:ext>
            </a:extLst>
          </p:cNvPr>
          <p:cNvSpPr/>
          <p:nvPr/>
        </p:nvSpPr>
        <p:spPr>
          <a:xfrm>
            <a:off x="12001500" y="2032000"/>
            <a:ext cx="3429000" cy="1778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BCECCEC-9C15-E1AA-A762-3A59AE26E5A5}"/>
              </a:ext>
            </a:extLst>
          </p:cNvPr>
          <p:cNvSpPr/>
          <p:nvPr/>
        </p:nvSpPr>
        <p:spPr>
          <a:xfrm>
            <a:off x="12001500" y="2032000"/>
            <a:ext cx="3429000" cy="76200"/>
          </a:xfrm>
          <a:prstGeom prst="rect">
            <a:avLst/>
          </a:prstGeom>
          <a:solidFill>
            <a:srgbClr val="2D6BA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C771E8B-3517-3D7C-89DD-0952FC3BF594}"/>
              </a:ext>
            </a:extLst>
          </p:cNvPr>
          <p:cNvSpPr txBox="1"/>
          <p:nvPr/>
        </p:nvSpPr>
        <p:spPr>
          <a:xfrm>
            <a:off x="12103100" y="2730500"/>
            <a:ext cx="322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600" b="1">
                <a:solidFill>
                  <a:srgbClr val="2D6BA4"/>
                </a:solidFill>
                <a:latin typeface="Microsoft YaHei" panose="020B0503020204020204" pitchFamily="34" charset="-122"/>
              </a:rPr>
              <a:t>sing</a:t>
            </a:r>
            <a:endParaRPr lang="zh-CN" altLang="en-US" sz="2600" b="1">
              <a:solidFill>
                <a:srgbClr val="2D6BA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BBB90E5-E3FE-0846-3708-A97DBDA8E1D6}"/>
              </a:ext>
            </a:extLst>
          </p:cNvPr>
          <p:cNvSpPr txBox="1"/>
          <p:nvPr/>
        </p:nvSpPr>
        <p:spPr>
          <a:xfrm>
            <a:off x="12103100" y="3365500"/>
            <a:ext cx="32258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(</a:t>
            </a:r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唱歌</a:t>
            </a:r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)</a:t>
            </a:r>
            <a:endParaRPr lang="zh-CN" altLang="en-US" sz="1400">
              <a:solidFill>
                <a:srgbClr val="7F8C8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B25FCDF4-9977-2D6D-498D-7BE26BA3DBA9}"/>
              </a:ext>
            </a:extLst>
          </p:cNvPr>
          <p:cNvSpPr/>
          <p:nvPr/>
        </p:nvSpPr>
        <p:spPr>
          <a:xfrm>
            <a:off x="-3238500" y="4064000"/>
            <a:ext cx="3429000" cy="1778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B49E252-BFAD-B5DC-5C5E-D2508D590370}"/>
              </a:ext>
            </a:extLst>
          </p:cNvPr>
          <p:cNvSpPr/>
          <p:nvPr/>
        </p:nvSpPr>
        <p:spPr>
          <a:xfrm>
            <a:off x="-3238500" y="4064000"/>
            <a:ext cx="3429000" cy="76200"/>
          </a:xfrm>
          <a:prstGeom prst="rect">
            <a:avLst/>
          </a:prstGeom>
          <a:solidFill>
            <a:srgbClr val="2D6BA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3434CE7-F92E-8CB1-715C-3C969790B011}"/>
              </a:ext>
            </a:extLst>
          </p:cNvPr>
          <p:cNvSpPr txBox="1"/>
          <p:nvPr/>
        </p:nvSpPr>
        <p:spPr>
          <a:xfrm>
            <a:off x="-3136900" y="4762500"/>
            <a:ext cx="322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600" b="1">
                <a:solidFill>
                  <a:srgbClr val="2D6BA4"/>
                </a:solidFill>
                <a:latin typeface="Microsoft YaHei" panose="020B0503020204020204" pitchFamily="34" charset="-122"/>
              </a:rPr>
              <a:t>dance</a:t>
            </a:r>
            <a:endParaRPr lang="zh-CN" altLang="en-US" sz="2600" b="1">
              <a:solidFill>
                <a:srgbClr val="2D6BA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CB4B568-0B06-1F6F-F0C0-92BD8A7B6672}"/>
              </a:ext>
            </a:extLst>
          </p:cNvPr>
          <p:cNvSpPr txBox="1"/>
          <p:nvPr/>
        </p:nvSpPr>
        <p:spPr>
          <a:xfrm>
            <a:off x="-3136900" y="5397500"/>
            <a:ext cx="32258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(</a:t>
            </a:r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跳舞</a:t>
            </a:r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)</a:t>
            </a:r>
            <a:endParaRPr lang="zh-CN" altLang="en-US" sz="1400">
              <a:solidFill>
                <a:srgbClr val="7F8C8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349FCE26-0CE6-EBF1-52FF-0CB6D81EFBF9}"/>
              </a:ext>
            </a:extLst>
          </p:cNvPr>
          <p:cNvSpPr/>
          <p:nvPr/>
        </p:nvSpPr>
        <p:spPr>
          <a:xfrm>
            <a:off x="571500" y="4064000"/>
            <a:ext cx="3429000" cy="1778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69BC21C9-B115-A2B8-2AD4-C3D745163ACE}"/>
              </a:ext>
            </a:extLst>
          </p:cNvPr>
          <p:cNvSpPr/>
          <p:nvPr/>
        </p:nvSpPr>
        <p:spPr>
          <a:xfrm>
            <a:off x="571500" y="4064000"/>
            <a:ext cx="3429000" cy="76200"/>
          </a:xfrm>
          <a:prstGeom prst="rect">
            <a:avLst/>
          </a:prstGeom>
          <a:solidFill>
            <a:srgbClr val="2D6BA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C8966F08-083D-2194-3B12-C6B7442AD697}"/>
              </a:ext>
            </a:extLst>
          </p:cNvPr>
          <p:cNvSpPr txBox="1"/>
          <p:nvPr/>
        </p:nvSpPr>
        <p:spPr>
          <a:xfrm>
            <a:off x="673100" y="4762500"/>
            <a:ext cx="322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600" b="1">
                <a:solidFill>
                  <a:srgbClr val="2D6BA4"/>
                </a:solidFill>
                <a:latin typeface="Microsoft YaHei" panose="020B0503020204020204" pitchFamily="34" charset="-122"/>
              </a:rPr>
              <a:t>run</a:t>
            </a:r>
            <a:endParaRPr lang="zh-CN" altLang="en-US" sz="2600" b="1">
              <a:solidFill>
                <a:srgbClr val="2D6BA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46D5AD95-4F1A-0C93-7921-8FE57B19ED17}"/>
              </a:ext>
            </a:extLst>
          </p:cNvPr>
          <p:cNvSpPr txBox="1"/>
          <p:nvPr/>
        </p:nvSpPr>
        <p:spPr>
          <a:xfrm>
            <a:off x="673100" y="5397500"/>
            <a:ext cx="32258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(</a:t>
            </a:r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跑步</a:t>
            </a:r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)</a:t>
            </a:r>
            <a:endParaRPr lang="zh-CN" altLang="en-US" sz="1400">
              <a:solidFill>
                <a:srgbClr val="7F8C8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3E12D33D-E39B-3379-B5E1-4EAFBABAABC5}"/>
              </a:ext>
            </a:extLst>
          </p:cNvPr>
          <p:cNvSpPr/>
          <p:nvPr/>
        </p:nvSpPr>
        <p:spPr>
          <a:xfrm>
            <a:off x="4381500" y="4064000"/>
            <a:ext cx="3429000" cy="1778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FFF3C6C6-1474-6DCB-87C0-9F443FD12B8F}"/>
              </a:ext>
            </a:extLst>
          </p:cNvPr>
          <p:cNvSpPr/>
          <p:nvPr/>
        </p:nvSpPr>
        <p:spPr>
          <a:xfrm>
            <a:off x="4381500" y="4064000"/>
            <a:ext cx="3429000" cy="76200"/>
          </a:xfrm>
          <a:prstGeom prst="rect">
            <a:avLst/>
          </a:prstGeom>
          <a:solidFill>
            <a:srgbClr val="2D6BA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0819E51B-C23D-2BF6-9210-DCAF78E8DC29}"/>
              </a:ext>
            </a:extLst>
          </p:cNvPr>
          <p:cNvSpPr txBox="1"/>
          <p:nvPr/>
        </p:nvSpPr>
        <p:spPr>
          <a:xfrm>
            <a:off x="4483100" y="4762500"/>
            <a:ext cx="322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600" b="1">
                <a:solidFill>
                  <a:srgbClr val="2D6BA4"/>
                </a:solidFill>
                <a:latin typeface="Microsoft YaHei" panose="020B0503020204020204" pitchFamily="34" charset="-122"/>
              </a:rPr>
              <a:t>swim</a:t>
            </a:r>
            <a:endParaRPr lang="zh-CN" altLang="en-US" sz="2600" b="1">
              <a:solidFill>
                <a:srgbClr val="2D6BA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EBC713A7-4407-EC56-ED96-043C3B406EC2}"/>
              </a:ext>
            </a:extLst>
          </p:cNvPr>
          <p:cNvSpPr txBox="1"/>
          <p:nvPr/>
        </p:nvSpPr>
        <p:spPr>
          <a:xfrm>
            <a:off x="4483100" y="5397500"/>
            <a:ext cx="32258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(</a:t>
            </a:r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游泳</a:t>
            </a:r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)</a:t>
            </a:r>
            <a:endParaRPr lang="zh-CN" altLang="en-US" sz="1400">
              <a:solidFill>
                <a:srgbClr val="7F8C8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7C576458-7247-C4D5-E47A-DCB41A126FD2}"/>
              </a:ext>
            </a:extLst>
          </p:cNvPr>
          <p:cNvSpPr/>
          <p:nvPr/>
        </p:nvSpPr>
        <p:spPr>
          <a:xfrm>
            <a:off x="8191500" y="4064000"/>
            <a:ext cx="3429000" cy="1778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669832BF-A89D-2F37-E995-6395B3E95294}"/>
              </a:ext>
            </a:extLst>
          </p:cNvPr>
          <p:cNvSpPr/>
          <p:nvPr/>
        </p:nvSpPr>
        <p:spPr>
          <a:xfrm>
            <a:off x="8191500" y="4064000"/>
            <a:ext cx="3429000" cy="76200"/>
          </a:xfrm>
          <a:prstGeom prst="rect">
            <a:avLst/>
          </a:prstGeom>
          <a:solidFill>
            <a:srgbClr val="2D6BA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A349A625-7594-701F-DE1E-A890BFBB5170}"/>
              </a:ext>
            </a:extLst>
          </p:cNvPr>
          <p:cNvSpPr txBox="1"/>
          <p:nvPr/>
        </p:nvSpPr>
        <p:spPr>
          <a:xfrm>
            <a:off x="8293100" y="4762500"/>
            <a:ext cx="322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600" b="1">
                <a:solidFill>
                  <a:srgbClr val="2D6BA4"/>
                </a:solidFill>
                <a:latin typeface="Microsoft YaHei" panose="020B0503020204020204" pitchFamily="34" charset="-122"/>
              </a:rPr>
              <a:t>draw</a:t>
            </a:r>
            <a:endParaRPr lang="zh-CN" altLang="en-US" sz="2600" b="1">
              <a:solidFill>
                <a:srgbClr val="2D6BA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2767F87C-CBA5-3A80-9767-9D2CB9214DA6}"/>
              </a:ext>
            </a:extLst>
          </p:cNvPr>
          <p:cNvSpPr txBox="1"/>
          <p:nvPr/>
        </p:nvSpPr>
        <p:spPr>
          <a:xfrm>
            <a:off x="8293100" y="5397500"/>
            <a:ext cx="32258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(</a:t>
            </a:r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画画</a:t>
            </a:r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)</a:t>
            </a:r>
            <a:endParaRPr lang="zh-CN" altLang="en-US" sz="1400">
              <a:solidFill>
                <a:srgbClr val="7F8C8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B142F404-4CC1-B0A1-30F0-6948244C0584}"/>
              </a:ext>
            </a:extLst>
          </p:cNvPr>
          <p:cNvSpPr/>
          <p:nvPr/>
        </p:nvSpPr>
        <p:spPr>
          <a:xfrm>
            <a:off x="12001500" y="4064000"/>
            <a:ext cx="3429000" cy="1778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87E11C14-04CA-8F00-E6E8-736031B3364A}"/>
              </a:ext>
            </a:extLst>
          </p:cNvPr>
          <p:cNvSpPr/>
          <p:nvPr/>
        </p:nvSpPr>
        <p:spPr>
          <a:xfrm>
            <a:off x="12001500" y="4064000"/>
            <a:ext cx="3429000" cy="76200"/>
          </a:xfrm>
          <a:prstGeom prst="rect">
            <a:avLst/>
          </a:prstGeom>
          <a:solidFill>
            <a:srgbClr val="2D6BA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52DE5628-0BA1-F46D-00FF-FD224AE10451}"/>
              </a:ext>
            </a:extLst>
          </p:cNvPr>
          <p:cNvSpPr txBox="1"/>
          <p:nvPr/>
        </p:nvSpPr>
        <p:spPr>
          <a:xfrm>
            <a:off x="12103100" y="4762500"/>
            <a:ext cx="322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600" b="1">
                <a:solidFill>
                  <a:srgbClr val="2D6BA4"/>
                </a:solidFill>
                <a:latin typeface="Microsoft YaHei" panose="020B0503020204020204" pitchFamily="34" charset="-122"/>
              </a:rPr>
              <a:t>game</a:t>
            </a:r>
            <a:endParaRPr lang="zh-CN" altLang="en-US" sz="2600" b="1">
              <a:solidFill>
                <a:srgbClr val="2D6BA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0D6D0383-EF70-D00B-C043-A452519621D1}"/>
              </a:ext>
            </a:extLst>
          </p:cNvPr>
          <p:cNvSpPr txBox="1"/>
          <p:nvPr/>
        </p:nvSpPr>
        <p:spPr>
          <a:xfrm>
            <a:off x="12103100" y="5397500"/>
            <a:ext cx="32258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(</a:t>
            </a:r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游戏</a:t>
            </a:r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)</a:t>
            </a:r>
            <a:endParaRPr lang="zh-CN" altLang="en-US" sz="1400">
              <a:solidFill>
                <a:srgbClr val="7F8C8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4" name="5-Point Star 43"/>
          <p:cNvSpPr/>
          <p:nvPr/>
        </p:nvSpPr>
        <p:spPr>
          <a:xfrm rot="13080000">
            <a:off x="9279438" y="359606"/>
            <a:ext cx="200000" cy="200000"/>
          </a:xfrm>
          <a:prstGeom prst="star5">
            <a:avLst/>
          </a:prstGeom>
          <a:solidFill>
            <a:srgbClr val="FFD700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5-Point Star 44"/>
          <p:cNvSpPr/>
          <p:nvPr/>
        </p:nvSpPr>
        <p:spPr>
          <a:xfrm rot="16680000">
            <a:off x="717438" y="6395352"/>
            <a:ext cx="200000" cy="200000"/>
          </a:xfrm>
          <a:prstGeom prst="star5">
            <a:avLst/>
          </a:prstGeom>
          <a:solidFill>
            <a:srgbClr val="4FC3F7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5-Point Star 45"/>
          <p:cNvSpPr/>
          <p:nvPr/>
        </p:nvSpPr>
        <p:spPr>
          <a:xfrm rot="10800000">
            <a:off x="2045556" y="6342811"/>
            <a:ext cx="200000" cy="200000"/>
          </a:xfrm>
          <a:prstGeom prst="star5">
            <a:avLst/>
          </a:prstGeom>
          <a:solidFill>
            <a:srgbClr val="81C784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586633" y="4393246"/>
            <a:ext cx="128122" cy="128122"/>
          </a:xfrm>
          <a:prstGeom prst="ellipse">
            <a:avLst/>
          </a:prstGeom>
          <a:solidFill>
            <a:srgbClr val="E1BEE7">
              <a:alpha val="153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99901" y="2201195"/>
            <a:ext cx="97117" cy="97117"/>
          </a:xfrm>
          <a:prstGeom prst="ellipse">
            <a:avLst/>
          </a:prstGeom>
          <a:solidFill>
            <a:srgbClr val="FFE0B2">
              <a:alpha val="1599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2809897" y="1416029"/>
            <a:ext cx="136289" cy="136289"/>
          </a:xfrm>
          <a:prstGeom prst="ellipse">
            <a:avLst/>
          </a:prstGeom>
          <a:solidFill>
            <a:srgbClr val="FFF9C4">
              <a:alpha val="2070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3440354" y="4110209"/>
            <a:ext cx="83633" cy="83633"/>
          </a:xfrm>
          <a:prstGeom prst="ellipse">
            <a:avLst/>
          </a:prstGeom>
          <a:solidFill>
            <a:srgbClr val="B2EBF2">
              <a:alpha val="3027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151077" y="4358165"/>
            <a:ext cx="91347" cy="91347"/>
          </a:xfrm>
          <a:prstGeom prst="ellipse">
            <a:avLst/>
          </a:prstGeom>
          <a:solidFill>
            <a:srgbClr val="FFE0B2">
              <a:alpha val="3460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985453" y="3166963"/>
            <a:ext cx="70951" cy="70951"/>
          </a:xfrm>
          <a:prstGeom prst="ellipse">
            <a:avLst/>
          </a:prstGeom>
          <a:solidFill>
            <a:srgbClr val="C8E6C9">
              <a:alpha val="3339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8706890"/>
      </p:ext>
    </p:extLst>
    <p:bg>
      <p:bgPr>
        <a:gradFill>
          <a:lin ang="3600000" scaled="1"/>
          <a:gsLst>
            <a:gs pos="0">
              <a:srgbClr val="FEF9E7"/>
            </a:gs>
            <a:gs pos="30000">
              <a:srgbClr val="FDEBD0"/>
            </a:gs>
            <a:gs pos="70000">
              <a:srgbClr val="D6EAF8"/>
            </a:gs>
            <a:gs pos="100000">
              <a:srgbClr val="E8DAEF"/>
            </a:gs>
          </a:gsLst>
        </a:gradFill>
        <a:effectLst/>
      </p:bgPr>
    </p:bg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0151023-AC95-41EB-7B42-89BC45F42655}"/>
              </a:ext>
            </a:extLst>
          </p:cNvPr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2D6BA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CE62F4D-18E5-16A5-0B7A-809936E4753D}"/>
              </a:ext>
            </a:extLst>
          </p:cNvPr>
          <p:cNvSpPr txBox="1"/>
          <p:nvPr/>
        </p:nvSpPr>
        <p:spPr>
          <a:xfrm>
            <a:off x="190500" y="127000"/>
            <a:ext cx="762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2800" b="1">
                <a:solidFill>
                  <a:srgbClr val="FFFFFF"/>
                </a:solidFill>
                <a:latin typeface="Microsoft YaHei" panose="020B0503020204020204" pitchFamily="34" charset="-122"/>
              </a:rPr>
              <a:t>🏫 校园日常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81D921A8-621B-18D4-6999-1E691E465E8F}"/>
              </a:ext>
            </a:extLst>
          </p:cNvPr>
          <p:cNvSpPr/>
          <p:nvPr/>
        </p:nvSpPr>
        <p:spPr>
          <a:xfrm>
            <a:off x="-3238500" y="2032000"/>
            <a:ext cx="3429000" cy="1778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7995CD1-65BC-8CE2-7D76-B2CFAE5E30C7}"/>
              </a:ext>
            </a:extLst>
          </p:cNvPr>
          <p:cNvSpPr/>
          <p:nvPr/>
        </p:nvSpPr>
        <p:spPr>
          <a:xfrm>
            <a:off x="-3238500" y="2032000"/>
            <a:ext cx="3429000" cy="76200"/>
          </a:xfrm>
          <a:prstGeom prst="rect">
            <a:avLst/>
          </a:prstGeom>
          <a:solidFill>
            <a:srgbClr val="2D6BA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13431B8-857B-E1C6-901F-3F4215C32328}"/>
              </a:ext>
            </a:extLst>
          </p:cNvPr>
          <p:cNvSpPr txBox="1"/>
          <p:nvPr/>
        </p:nvSpPr>
        <p:spPr>
          <a:xfrm>
            <a:off x="-3136900" y="2730500"/>
            <a:ext cx="322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600" b="1">
                <a:solidFill>
                  <a:srgbClr val="2D6BA4"/>
                </a:solidFill>
                <a:latin typeface="Microsoft YaHei" panose="020B0503020204020204" pitchFamily="34" charset="-122"/>
              </a:rPr>
              <a:t>book</a:t>
            </a:r>
            <a:endParaRPr lang="zh-CN" altLang="en-US" sz="2600" b="1">
              <a:solidFill>
                <a:srgbClr val="2D6BA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79B2EF8-73C4-0706-1980-A85B9C3EF74C}"/>
              </a:ext>
            </a:extLst>
          </p:cNvPr>
          <p:cNvSpPr txBox="1"/>
          <p:nvPr/>
        </p:nvSpPr>
        <p:spPr>
          <a:xfrm>
            <a:off x="-3136900" y="3365500"/>
            <a:ext cx="32258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(</a:t>
            </a:r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书</a:t>
            </a:r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)</a:t>
            </a:r>
            <a:endParaRPr lang="zh-CN" altLang="en-US" sz="1400">
              <a:solidFill>
                <a:srgbClr val="7F8C8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55AF794F-CDD3-3124-C1C3-210F6BA28A60}"/>
              </a:ext>
            </a:extLst>
          </p:cNvPr>
          <p:cNvSpPr/>
          <p:nvPr/>
        </p:nvSpPr>
        <p:spPr>
          <a:xfrm>
            <a:off x="571500" y="2032000"/>
            <a:ext cx="3429000" cy="1778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B1EF000-B02B-2675-CC63-2DBE2F8A5E3C}"/>
              </a:ext>
            </a:extLst>
          </p:cNvPr>
          <p:cNvSpPr/>
          <p:nvPr/>
        </p:nvSpPr>
        <p:spPr>
          <a:xfrm>
            <a:off x="571500" y="2032000"/>
            <a:ext cx="3429000" cy="76200"/>
          </a:xfrm>
          <a:prstGeom prst="rect">
            <a:avLst/>
          </a:prstGeom>
          <a:solidFill>
            <a:srgbClr val="2D6BA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CA24D9E-006A-1428-775A-A4E1CDC9EFF0}"/>
              </a:ext>
            </a:extLst>
          </p:cNvPr>
          <p:cNvSpPr txBox="1"/>
          <p:nvPr/>
        </p:nvSpPr>
        <p:spPr>
          <a:xfrm>
            <a:off x="673100" y="2730500"/>
            <a:ext cx="322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600" b="1">
                <a:solidFill>
                  <a:srgbClr val="2D6BA4"/>
                </a:solidFill>
                <a:latin typeface="Microsoft YaHei" panose="020B0503020204020204" pitchFamily="34" charset="-122"/>
              </a:rPr>
              <a:t>pen</a:t>
            </a:r>
            <a:endParaRPr lang="zh-CN" altLang="en-US" sz="2600" b="1">
              <a:solidFill>
                <a:srgbClr val="2D6BA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2D2573C-8415-AB1B-2649-16E1902BCFE4}"/>
              </a:ext>
            </a:extLst>
          </p:cNvPr>
          <p:cNvSpPr txBox="1"/>
          <p:nvPr/>
        </p:nvSpPr>
        <p:spPr>
          <a:xfrm>
            <a:off x="673100" y="3365500"/>
            <a:ext cx="32258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(</a:t>
            </a:r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钢笔</a:t>
            </a:r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)</a:t>
            </a:r>
            <a:endParaRPr lang="zh-CN" altLang="en-US" sz="1400">
              <a:solidFill>
                <a:srgbClr val="7F8C8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4611362C-77E4-92C9-7AF1-15B0D336F280}"/>
              </a:ext>
            </a:extLst>
          </p:cNvPr>
          <p:cNvSpPr/>
          <p:nvPr/>
        </p:nvSpPr>
        <p:spPr>
          <a:xfrm>
            <a:off x="4381500" y="2032000"/>
            <a:ext cx="3429000" cy="1778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C8B3D32-0F7B-532E-28E6-B27E5EE1A69F}"/>
              </a:ext>
            </a:extLst>
          </p:cNvPr>
          <p:cNvSpPr/>
          <p:nvPr/>
        </p:nvSpPr>
        <p:spPr>
          <a:xfrm>
            <a:off x="4381500" y="2032000"/>
            <a:ext cx="3429000" cy="76200"/>
          </a:xfrm>
          <a:prstGeom prst="rect">
            <a:avLst/>
          </a:prstGeom>
          <a:solidFill>
            <a:srgbClr val="2D6BA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475C1BC-18E0-E63C-4907-AAFF72A75026}"/>
              </a:ext>
            </a:extLst>
          </p:cNvPr>
          <p:cNvSpPr txBox="1"/>
          <p:nvPr/>
        </p:nvSpPr>
        <p:spPr>
          <a:xfrm>
            <a:off x="4483100" y="2730500"/>
            <a:ext cx="322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600" b="1">
                <a:solidFill>
                  <a:srgbClr val="2D6BA4"/>
                </a:solidFill>
                <a:latin typeface="Microsoft YaHei" panose="020B0503020204020204" pitchFamily="34" charset="-122"/>
              </a:rPr>
              <a:t>desk</a:t>
            </a:r>
            <a:endParaRPr lang="zh-CN" altLang="en-US" sz="2600" b="1">
              <a:solidFill>
                <a:srgbClr val="2D6BA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D43255F-9767-906B-F6D6-4195A4155D5A}"/>
              </a:ext>
            </a:extLst>
          </p:cNvPr>
          <p:cNvSpPr txBox="1"/>
          <p:nvPr/>
        </p:nvSpPr>
        <p:spPr>
          <a:xfrm>
            <a:off x="4483100" y="3365500"/>
            <a:ext cx="32258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(</a:t>
            </a:r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书桌</a:t>
            </a:r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)</a:t>
            </a:r>
            <a:endParaRPr lang="zh-CN" altLang="en-US" sz="1400">
              <a:solidFill>
                <a:srgbClr val="7F8C8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89D0CC47-0ED9-3513-260D-E06CAF2E50D7}"/>
              </a:ext>
            </a:extLst>
          </p:cNvPr>
          <p:cNvSpPr/>
          <p:nvPr/>
        </p:nvSpPr>
        <p:spPr>
          <a:xfrm>
            <a:off x="8191500" y="2032000"/>
            <a:ext cx="3429000" cy="1778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4F8A3E7-47F5-3769-C313-F4FA44814DC4}"/>
              </a:ext>
            </a:extLst>
          </p:cNvPr>
          <p:cNvSpPr/>
          <p:nvPr/>
        </p:nvSpPr>
        <p:spPr>
          <a:xfrm>
            <a:off x="8191500" y="2032000"/>
            <a:ext cx="3429000" cy="76200"/>
          </a:xfrm>
          <a:prstGeom prst="rect">
            <a:avLst/>
          </a:prstGeom>
          <a:solidFill>
            <a:srgbClr val="2D6BA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EF0E3F9-D10F-92BD-18F2-D13F67DA67E9}"/>
              </a:ext>
            </a:extLst>
          </p:cNvPr>
          <p:cNvSpPr txBox="1"/>
          <p:nvPr/>
        </p:nvSpPr>
        <p:spPr>
          <a:xfrm>
            <a:off x="8293100" y="2730500"/>
            <a:ext cx="322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600" b="1">
                <a:solidFill>
                  <a:srgbClr val="2D6BA4"/>
                </a:solidFill>
                <a:latin typeface="Microsoft YaHei" panose="020B0503020204020204" pitchFamily="34" charset="-122"/>
              </a:rPr>
              <a:t>chair</a:t>
            </a:r>
            <a:endParaRPr lang="zh-CN" altLang="en-US" sz="2600" b="1">
              <a:solidFill>
                <a:srgbClr val="2D6BA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0948137F-E1E1-5619-27E4-E2A8B54806BA}"/>
              </a:ext>
            </a:extLst>
          </p:cNvPr>
          <p:cNvSpPr txBox="1"/>
          <p:nvPr/>
        </p:nvSpPr>
        <p:spPr>
          <a:xfrm>
            <a:off x="8293100" y="3365500"/>
            <a:ext cx="32258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(</a:t>
            </a:r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椅子</a:t>
            </a:r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)</a:t>
            </a:r>
            <a:endParaRPr lang="zh-CN" altLang="en-US" sz="1400">
              <a:solidFill>
                <a:srgbClr val="7F8C8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B27FBFEB-554C-9C0C-2AFB-B02DAF4A1D9A}"/>
              </a:ext>
            </a:extLst>
          </p:cNvPr>
          <p:cNvSpPr/>
          <p:nvPr/>
        </p:nvSpPr>
        <p:spPr>
          <a:xfrm>
            <a:off x="12001500" y="2032000"/>
            <a:ext cx="3429000" cy="1778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E0733FF-C6E6-0B6B-58BA-256CA96D270D}"/>
              </a:ext>
            </a:extLst>
          </p:cNvPr>
          <p:cNvSpPr/>
          <p:nvPr/>
        </p:nvSpPr>
        <p:spPr>
          <a:xfrm>
            <a:off x="12001500" y="2032000"/>
            <a:ext cx="3429000" cy="76200"/>
          </a:xfrm>
          <a:prstGeom prst="rect">
            <a:avLst/>
          </a:prstGeom>
          <a:solidFill>
            <a:srgbClr val="2D6BA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E2F7CAB-D073-E2C8-5939-0B809020BB24}"/>
              </a:ext>
            </a:extLst>
          </p:cNvPr>
          <p:cNvSpPr txBox="1"/>
          <p:nvPr/>
        </p:nvSpPr>
        <p:spPr>
          <a:xfrm>
            <a:off x="12103100" y="2730500"/>
            <a:ext cx="322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600" b="1">
                <a:solidFill>
                  <a:srgbClr val="2D6BA4"/>
                </a:solidFill>
                <a:latin typeface="Microsoft YaHei" panose="020B0503020204020204" pitchFamily="34" charset="-122"/>
              </a:rPr>
              <a:t>bag</a:t>
            </a:r>
            <a:endParaRPr lang="zh-CN" altLang="en-US" sz="2600" b="1">
              <a:solidFill>
                <a:srgbClr val="2D6BA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DB167BE-B1CA-986C-453A-E58446136D24}"/>
              </a:ext>
            </a:extLst>
          </p:cNvPr>
          <p:cNvSpPr txBox="1"/>
          <p:nvPr/>
        </p:nvSpPr>
        <p:spPr>
          <a:xfrm>
            <a:off x="12103100" y="3365500"/>
            <a:ext cx="32258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(</a:t>
            </a:r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书包</a:t>
            </a:r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)</a:t>
            </a:r>
            <a:endParaRPr lang="zh-CN" altLang="en-US" sz="1400">
              <a:solidFill>
                <a:srgbClr val="7F8C8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48F5CA04-29EF-7AA7-28CA-D8EFB25FD28C}"/>
              </a:ext>
            </a:extLst>
          </p:cNvPr>
          <p:cNvSpPr/>
          <p:nvPr/>
        </p:nvSpPr>
        <p:spPr>
          <a:xfrm>
            <a:off x="-3238500" y="4064000"/>
            <a:ext cx="3429000" cy="1778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1A3C967-7DCC-018B-F5F9-2096DFDBFF9E}"/>
              </a:ext>
            </a:extLst>
          </p:cNvPr>
          <p:cNvSpPr/>
          <p:nvPr/>
        </p:nvSpPr>
        <p:spPr>
          <a:xfrm>
            <a:off x="-3238500" y="4064000"/>
            <a:ext cx="3429000" cy="76200"/>
          </a:xfrm>
          <a:prstGeom prst="rect">
            <a:avLst/>
          </a:prstGeom>
          <a:solidFill>
            <a:srgbClr val="2D6BA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F09304F-32BE-308C-BC97-BCD9521599D0}"/>
              </a:ext>
            </a:extLst>
          </p:cNvPr>
          <p:cNvSpPr txBox="1"/>
          <p:nvPr/>
        </p:nvSpPr>
        <p:spPr>
          <a:xfrm>
            <a:off x="-3136900" y="4762500"/>
            <a:ext cx="322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600" b="1">
                <a:solidFill>
                  <a:srgbClr val="2D6BA4"/>
                </a:solidFill>
                <a:latin typeface="Microsoft YaHei" panose="020B0503020204020204" pitchFamily="34" charset="-122"/>
              </a:rPr>
              <a:t>school</a:t>
            </a:r>
            <a:endParaRPr lang="zh-CN" altLang="en-US" sz="2600" b="1">
              <a:solidFill>
                <a:srgbClr val="2D6BA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18FCF01-6720-6B12-08FC-B2A3C20A6107}"/>
              </a:ext>
            </a:extLst>
          </p:cNvPr>
          <p:cNvSpPr txBox="1"/>
          <p:nvPr/>
        </p:nvSpPr>
        <p:spPr>
          <a:xfrm>
            <a:off x="-3136900" y="5397500"/>
            <a:ext cx="32258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(</a:t>
            </a:r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学校</a:t>
            </a:r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)</a:t>
            </a:r>
            <a:endParaRPr lang="zh-CN" altLang="en-US" sz="1400">
              <a:solidFill>
                <a:srgbClr val="7F8C8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D7D9CBB5-8831-F7AD-1D22-4C8488A67559}"/>
              </a:ext>
            </a:extLst>
          </p:cNvPr>
          <p:cNvSpPr/>
          <p:nvPr/>
        </p:nvSpPr>
        <p:spPr>
          <a:xfrm>
            <a:off x="571500" y="4064000"/>
            <a:ext cx="3429000" cy="1778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D4A373A-55F7-B2BA-E161-131EAF16E251}"/>
              </a:ext>
            </a:extLst>
          </p:cNvPr>
          <p:cNvSpPr/>
          <p:nvPr/>
        </p:nvSpPr>
        <p:spPr>
          <a:xfrm>
            <a:off x="571500" y="4064000"/>
            <a:ext cx="3429000" cy="76200"/>
          </a:xfrm>
          <a:prstGeom prst="rect">
            <a:avLst/>
          </a:prstGeom>
          <a:solidFill>
            <a:srgbClr val="2D6BA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B7791442-1996-266F-6003-183A4C53CDF1}"/>
              </a:ext>
            </a:extLst>
          </p:cNvPr>
          <p:cNvSpPr txBox="1"/>
          <p:nvPr/>
        </p:nvSpPr>
        <p:spPr>
          <a:xfrm>
            <a:off x="673100" y="4762500"/>
            <a:ext cx="322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600" b="1">
                <a:solidFill>
                  <a:srgbClr val="2D6BA4"/>
                </a:solidFill>
                <a:latin typeface="Microsoft YaHei" panose="020B0503020204020204" pitchFamily="34" charset="-122"/>
              </a:rPr>
              <a:t>class</a:t>
            </a:r>
            <a:endParaRPr lang="zh-CN" altLang="en-US" sz="2600" b="1">
              <a:solidFill>
                <a:srgbClr val="2D6BA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DCD9C5E6-F7A8-659F-D017-5D57AB1E1ADB}"/>
              </a:ext>
            </a:extLst>
          </p:cNvPr>
          <p:cNvSpPr txBox="1"/>
          <p:nvPr/>
        </p:nvSpPr>
        <p:spPr>
          <a:xfrm>
            <a:off x="673100" y="5397500"/>
            <a:ext cx="32258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(</a:t>
            </a:r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班级</a:t>
            </a:r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)</a:t>
            </a:r>
            <a:endParaRPr lang="zh-CN" altLang="en-US" sz="1400">
              <a:solidFill>
                <a:srgbClr val="7F8C8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B1A387FB-7376-DD91-A4CC-944F0AB9D436}"/>
              </a:ext>
            </a:extLst>
          </p:cNvPr>
          <p:cNvSpPr/>
          <p:nvPr/>
        </p:nvSpPr>
        <p:spPr>
          <a:xfrm>
            <a:off x="4381500" y="4064000"/>
            <a:ext cx="3429000" cy="1778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521E6303-05E9-7FFF-03F8-473322AEB62F}"/>
              </a:ext>
            </a:extLst>
          </p:cNvPr>
          <p:cNvSpPr/>
          <p:nvPr/>
        </p:nvSpPr>
        <p:spPr>
          <a:xfrm>
            <a:off x="4381500" y="4064000"/>
            <a:ext cx="3429000" cy="76200"/>
          </a:xfrm>
          <a:prstGeom prst="rect">
            <a:avLst/>
          </a:prstGeom>
          <a:solidFill>
            <a:srgbClr val="2D6BA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63A8A8A4-F37E-D300-E17B-9A2F909F1CB1}"/>
              </a:ext>
            </a:extLst>
          </p:cNvPr>
          <p:cNvSpPr txBox="1"/>
          <p:nvPr/>
        </p:nvSpPr>
        <p:spPr>
          <a:xfrm>
            <a:off x="4483100" y="4762500"/>
            <a:ext cx="322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600" b="1">
                <a:solidFill>
                  <a:srgbClr val="2D6BA4"/>
                </a:solidFill>
                <a:latin typeface="Microsoft YaHei" panose="020B0503020204020204" pitchFamily="34" charset="-122"/>
              </a:rPr>
              <a:t>teacher</a:t>
            </a:r>
            <a:endParaRPr lang="zh-CN" altLang="en-US" sz="2600" b="1">
              <a:solidFill>
                <a:srgbClr val="2D6BA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3A4B37F4-3BEB-504B-E4F9-1573AEB49FCE}"/>
              </a:ext>
            </a:extLst>
          </p:cNvPr>
          <p:cNvSpPr txBox="1"/>
          <p:nvPr/>
        </p:nvSpPr>
        <p:spPr>
          <a:xfrm>
            <a:off x="4483100" y="5397500"/>
            <a:ext cx="32258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(</a:t>
            </a:r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老师</a:t>
            </a:r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)</a:t>
            </a:r>
            <a:endParaRPr lang="zh-CN" altLang="en-US" sz="1400">
              <a:solidFill>
                <a:srgbClr val="7F8C8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1526A7C5-C388-B12E-C5DC-B61D9CAE9401}"/>
              </a:ext>
            </a:extLst>
          </p:cNvPr>
          <p:cNvSpPr/>
          <p:nvPr/>
        </p:nvSpPr>
        <p:spPr>
          <a:xfrm>
            <a:off x="8191500" y="4064000"/>
            <a:ext cx="3429000" cy="1778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CC7EE8AB-FA64-0272-B7AC-4E86AF0F4E77}"/>
              </a:ext>
            </a:extLst>
          </p:cNvPr>
          <p:cNvSpPr/>
          <p:nvPr/>
        </p:nvSpPr>
        <p:spPr>
          <a:xfrm>
            <a:off x="8191500" y="4064000"/>
            <a:ext cx="3429000" cy="76200"/>
          </a:xfrm>
          <a:prstGeom prst="rect">
            <a:avLst/>
          </a:prstGeom>
          <a:solidFill>
            <a:srgbClr val="2D6BA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156EF972-FF46-30A7-5DED-FC4DD0CF3018}"/>
              </a:ext>
            </a:extLst>
          </p:cNvPr>
          <p:cNvSpPr txBox="1"/>
          <p:nvPr/>
        </p:nvSpPr>
        <p:spPr>
          <a:xfrm>
            <a:off x="8293100" y="4762500"/>
            <a:ext cx="322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600" b="1">
                <a:solidFill>
                  <a:srgbClr val="2D6BA4"/>
                </a:solidFill>
                <a:latin typeface="Microsoft YaHei" panose="020B0503020204020204" pitchFamily="34" charset="-122"/>
              </a:rPr>
              <a:t>student</a:t>
            </a:r>
            <a:endParaRPr lang="zh-CN" altLang="en-US" sz="2600" b="1">
              <a:solidFill>
                <a:srgbClr val="2D6BA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023C865C-E909-F7F2-4D3B-2A223AC9D3CE}"/>
              </a:ext>
            </a:extLst>
          </p:cNvPr>
          <p:cNvSpPr txBox="1"/>
          <p:nvPr/>
        </p:nvSpPr>
        <p:spPr>
          <a:xfrm>
            <a:off x="8293100" y="5397500"/>
            <a:ext cx="32258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(</a:t>
            </a:r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学生</a:t>
            </a:r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)</a:t>
            </a:r>
            <a:endParaRPr lang="zh-CN" altLang="en-US" sz="1400">
              <a:solidFill>
                <a:srgbClr val="7F8C8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0" name="5-Point Star 39"/>
          <p:cNvSpPr/>
          <p:nvPr/>
        </p:nvSpPr>
        <p:spPr>
          <a:xfrm rot="1860000">
            <a:off x="11748504" y="2678560"/>
            <a:ext cx="200000" cy="200000"/>
          </a:xfrm>
          <a:prstGeom prst="star5">
            <a:avLst/>
          </a:prstGeom>
          <a:solidFill>
            <a:srgbClr val="81C784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5-Point Star 40"/>
          <p:cNvSpPr/>
          <p:nvPr/>
        </p:nvSpPr>
        <p:spPr>
          <a:xfrm rot="20400000">
            <a:off x="8815844" y="6501825"/>
            <a:ext cx="200000" cy="200000"/>
          </a:xfrm>
          <a:prstGeom prst="star5">
            <a:avLst/>
          </a:prstGeom>
          <a:solidFill>
            <a:srgbClr val="CE93D8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5-Point Star 41"/>
          <p:cNvSpPr/>
          <p:nvPr/>
        </p:nvSpPr>
        <p:spPr>
          <a:xfrm rot="18660000">
            <a:off x="11846048" y="774975"/>
            <a:ext cx="200000" cy="200000"/>
          </a:xfrm>
          <a:prstGeom prst="star5">
            <a:avLst/>
          </a:prstGeom>
          <a:solidFill>
            <a:srgbClr val="81C784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788326" y="1859492"/>
            <a:ext cx="71358" cy="71358"/>
          </a:xfrm>
          <a:prstGeom prst="ellipse">
            <a:avLst/>
          </a:prstGeom>
          <a:solidFill>
            <a:srgbClr val="FFE0B2">
              <a:alpha val="1994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30886" y="1087160"/>
            <a:ext cx="100203" cy="100203"/>
          </a:xfrm>
          <a:prstGeom prst="ellipse">
            <a:avLst/>
          </a:prstGeom>
          <a:solidFill>
            <a:srgbClr val="C8E6C9">
              <a:alpha val="3471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248836" y="1604669"/>
            <a:ext cx="97263" cy="97263"/>
          </a:xfrm>
          <a:prstGeom prst="ellipse">
            <a:avLst/>
          </a:prstGeom>
          <a:solidFill>
            <a:srgbClr val="C8E6C9">
              <a:alpha val="2683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543931" y="4344772"/>
            <a:ext cx="115167" cy="115167"/>
          </a:xfrm>
          <a:prstGeom prst="ellipse">
            <a:avLst/>
          </a:prstGeom>
          <a:solidFill>
            <a:srgbClr val="C8E6C9">
              <a:alpha val="3449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652023" y="1613657"/>
            <a:ext cx="137442" cy="137442"/>
          </a:xfrm>
          <a:prstGeom prst="ellipse">
            <a:avLst/>
          </a:prstGeom>
          <a:solidFill>
            <a:srgbClr val="FFCDD2">
              <a:alpha val="1538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4066825" y="6645248"/>
            <a:ext cx="73794" cy="73794"/>
          </a:xfrm>
          <a:prstGeom prst="ellipse">
            <a:avLst/>
          </a:prstGeom>
          <a:solidFill>
            <a:srgbClr val="E1BEE7">
              <a:alpha val="3016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784348678"/>
      </p:ext>
    </p:extLst>
    <p:bg>
      <p:bgPr>
        <a:gradFill>
          <a:lin ang="3600000" scaled="1"/>
          <a:gsLst>
            <a:gs pos="0">
              <a:srgbClr val="FEF9E7"/>
            </a:gs>
            <a:gs pos="30000">
              <a:srgbClr val="FDEBD0"/>
            </a:gs>
            <a:gs pos="70000">
              <a:srgbClr val="D6EAF8"/>
            </a:gs>
            <a:gs pos="100000">
              <a:srgbClr val="E8DAEF"/>
            </a:gs>
          </a:gsLst>
        </a:gradFill>
        <a:effectLst/>
      </p:bgPr>
    </p:bg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A320542-6E38-BD16-DEE4-9E602474BF2F}"/>
              </a:ext>
            </a:extLst>
          </p:cNvPr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2D6BA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9390706-6F45-15A2-FD37-FA0F8D84445E}"/>
              </a:ext>
            </a:extLst>
          </p:cNvPr>
          <p:cNvSpPr txBox="1"/>
          <p:nvPr/>
        </p:nvSpPr>
        <p:spPr>
          <a:xfrm>
            <a:off x="190500" y="127000"/>
            <a:ext cx="762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2800" b="1">
                <a:solidFill>
                  <a:srgbClr val="FFFFFF"/>
                </a:solidFill>
                <a:latin typeface="Microsoft YaHei" panose="020B0503020204020204" pitchFamily="34" charset="-122"/>
              </a:rPr>
              <a:t>🎨 颜色数字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2DCD31A6-2EA8-43B9-5F6A-0F0815BD5FFB}"/>
              </a:ext>
            </a:extLst>
          </p:cNvPr>
          <p:cNvSpPr/>
          <p:nvPr/>
        </p:nvSpPr>
        <p:spPr>
          <a:xfrm>
            <a:off x="-3238500" y="2032000"/>
            <a:ext cx="3429000" cy="1778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2EE551F-D6F9-110D-E199-A3BC035D7D66}"/>
              </a:ext>
            </a:extLst>
          </p:cNvPr>
          <p:cNvSpPr/>
          <p:nvPr/>
        </p:nvSpPr>
        <p:spPr>
          <a:xfrm>
            <a:off x="-3238500" y="2032000"/>
            <a:ext cx="3429000" cy="76200"/>
          </a:xfrm>
          <a:prstGeom prst="rect">
            <a:avLst/>
          </a:prstGeom>
          <a:solidFill>
            <a:srgbClr val="2D6BA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884A640-45C9-0DE2-3B49-E79BAEA9FEA6}"/>
              </a:ext>
            </a:extLst>
          </p:cNvPr>
          <p:cNvSpPr txBox="1"/>
          <p:nvPr/>
        </p:nvSpPr>
        <p:spPr>
          <a:xfrm>
            <a:off x="-3136900" y="2730500"/>
            <a:ext cx="322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600" b="1">
                <a:solidFill>
                  <a:srgbClr val="2D6BA4"/>
                </a:solidFill>
                <a:latin typeface="Microsoft YaHei" panose="020B0503020204020204" pitchFamily="34" charset="-122"/>
              </a:rPr>
              <a:t>red</a:t>
            </a:r>
            <a:endParaRPr lang="zh-CN" altLang="en-US" sz="2600" b="1">
              <a:solidFill>
                <a:srgbClr val="2D6BA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A2FE151-AA66-0748-7D48-42EC464BABFA}"/>
              </a:ext>
            </a:extLst>
          </p:cNvPr>
          <p:cNvSpPr txBox="1"/>
          <p:nvPr/>
        </p:nvSpPr>
        <p:spPr>
          <a:xfrm>
            <a:off x="-3136900" y="3365500"/>
            <a:ext cx="32258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(</a:t>
            </a:r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红色</a:t>
            </a:r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)</a:t>
            </a:r>
            <a:endParaRPr lang="zh-CN" altLang="en-US" sz="1400">
              <a:solidFill>
                <a:srgbClr val="7F8C8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561DC02A-7BF5-1BDB-DBFF-14469DAC8F4D}"/>
              </a:ext>
            </a:extLst>
          </p:cNvPr>
          <p:cNvSpPr/>
          <p:nvPr/>
        </p:nvSpPr>
        <p:spPr>
          <a:xfrm>
            <a:off x="571500" y="2032000"/>
            <a:ext cx="3429000" cy="1778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1B9597C-699D-2EC1-3AA3-6BE5C8E4CC06}"/>
              </a:ext>
            </a:extLst>
          </p:cNvPr>
          <p:cNvSpPr/>
          <p:nvPr/>
        </p:nvSpPr>
        <p:spPr>
          <a:xfrm>
            <a:off x="571500" y="2032000"/>
            <a:ext cx="3429000" cy="76200"/>
          </a:xfrm>
          <a:prstGeom prst="rect">
            <a:avLst/>
          </a:prstGeom>
          <a:solidFill>
            <a:srgbClr val="2D6BA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97C589A-DDD2-D98C-00D2-084277E95D80}"/>
              </a:ext>
            </a:extLst>
          </p:cNvPr>
          <p:cNvSpPr txBox="1"/>
          <p:nvPr/>
        </p:nvSpPr>
        <p:spPr>
          <a:xfrm>
            <a:off x="673100" y="2730500"/>
            <a:ext cx="322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600" b="1">
                <a:solidFill>
                  <a:srgbClr val="2D6BA4"/>
                </a:solidFill>
                <a:latin typeface="Microsoft YaHei" panose="020B0503020204020204" pitchFamily="34" charset="-122"/>
              </a:rPr>
              <a:t>blue</a:t>
            </a:r>
            <a:endParaRPr lang="zh-CN" altLang="en-US" sz="2600" b="1">
              <a:solidFill>
                <a:srgbClr val="2D6BA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390CC3F-E0FE-6E7A-89C7-BFFF1AD930BE}"/>
              </a:ext>
            </a:extLst>
          </p:cNvPr>
          <p:cNvSpPr txBox="1"/>
          <p:nvPr/>
        </p:nvSpPr>
        <p:spPr>
          <a:xfrm>
            <a:off x="673100" y="3365500"/>
            <a:ext cx="32258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(</a:t>
            </a:r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蓝色</a:t>
            </a:r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)</a:t>
            </a:r>
            <a:endParaRPr lang="zh-CN" altLang="en-US" sz="1400">
              <a:solidFill>
                <a:srgbClr val="7F8C8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10989716-6DF3-6061-6D2F-7306E28E9687}"/>
              </a:ext>
            </a:extLst>
          </p:cNvPr>
          <p:cNvSpPr/>
          <p:nvPr/>
        </p:nvSpPr>
        <p:spPr>
          <a:xfrm>
            <a:off x="4381500" y="2032000"/>
            <a:ext cx="3429000" cy="1778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D9E7471-E3A6-D20D-D464-6FFF4D9813A3}"/>
              </a:ext>
            </a:extLst>
          </p:cNvPr>
          <p:cNvSpPr/>
          <p:nvPr/>
        </p:nvSpPr>
        <p:spPr>
          <a:xfrm>
            <a:off x="4381500" y="2032000"/>
            <a:ext cx="3429000" cy="76200"/>
          </a:xfrm>
          <a:prstGeom prst="rect">
            <a:avLst/>
          </a:prstGeom>
          <a:solidFill>
            <a:srgbClr val="2D6BA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C5DF34B-E78E-B1F8-8004-94CC0636947C}"/>
              </a:ext>
            </a:extLst>
          </p:cNvPr>
          <p:cNvSpPr txBox="1"/>
          <p:nvPr/>
        </p:nvSpPr>
        <p:spPr>
          <a:xfrm>
            <a:off x="4483100" y="2730500"/>
            <a:ext cx="322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600" b="1">
                <a:solidFill>
                  <a:srgbClr val="2D6BA4"/>
                </a:solidFill>
                <a:latin typeface="Microsoft YaHei" panose="020B0503020204020204" pitchFamily="34" charset="-122"/>
              </a:rPr>
              <a:t>green</a:t>
            </a:r>
            <a:endParaRPr lang="zh-CN" altLang="en-US" sz="2600" b="1">
              <a:solidFill>
                <a:srgbClr val="2D6BA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4EA6D15-84CC-E760-0F71-3A1D6398626B}"/>
              </a:ext>
            </a:extLst>
          </p:cNvPr>
          <p:cNvSpPr txBox="1"/>
          <p:nvPr/>
        </p:nvSpPr>
        <p:spPr>
          <a:xfrm>
            <a:off x="4483100" y="3365500"/>
            <a:ext cx="32258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(</a:t>
            </a:r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绿色</a:t>
            </a:r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)</a:t>
            </a:r>
            <a:endParaRPr lang="zh-CN" altLang="en-US" sz="1400">
              <a:solidFill>
                <a:srgbClr val="7F8C8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AC6B33E6-3EE7-A88F-6B90-5E8AA76B60D7}"/>
              </a:ext>
            </a:extLst>
          </p:cNvPr>
          <p:cNvSpPr/>
          <p:nvPr/>
        </p:nvSpPr>
        <p:spPr>
          <a:xfrm>
            <a:off x="8191500" y="2032000"/>
            <a:ext cx="3429000" cy="1778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2F3FE96-F963-8B21-F241-B21BCFF9ABA3}"/>
              </a:ext>
            </a:extLst>
          </p:cNvPr>
          <p:cNvSpPr/>
          <p:nvPr/>
        </p:nvSpPr>
        <p:spPr>
          <a:xfrm>
            <a:off x="8191500" y="2032000"/>
            <a:ext cx="3429000" cy="76200"/>
          </a:xfrm>
          <a:prstGeom prst="rect">
            <a:avLst/>
          </a:prstGeom>
          <a:solidFill>
            <a:srgbClr val="2D6BA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1217C22-6632-34C6-D4FD-83474DF5E34C}"/>
              </a:ext>
            </a:extLst>
          </p:cNvPr>
          <p:cNvSpPr txBox="1"/>
          <p:nvPr/>
        </p:nvSpPr>
        <p:spPr>
          <a:xfrm>
            <a:off x="8293100" y="2730500"/>
            <a:ext cx="322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600" b="1">
                <a:solidFill>
                  <a:srgbClr val="2D6BA4"/>
                </a:solidFill>
                <a:latin typeface="Microsoft YaHei" panose="020B0503020204020204" pitchFamily="34" charset="-122"/>
              </a:rPr>
              <a:t>yellow</a:t>
            </a:r>
            <a:endParaRPr lang="zh-CN" altLang="en-US" sz="2600" b="1">
              <a:solidFill>
                <a:srgbClr val="2D6BA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B0A4039-41E8-0346-C52C-90DAE4E93676}"/>
              </a:ext>
            </a:extLst>
          </p:cNvPr>
          <p:cNvSpPr txBox="1"/>
          <p:nvPr/>
        </p:nvSpPr>
        <p:spPr>
          <a:xfrm>
            <a:off x="8293100" y="3365500"/>
            <a:ext cx="32258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(</a:t>
            </a:r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黄色</a:t>
            </a:r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)</a:t>
            </a:r>
            <a:endParaRPr lang="zh-CN" altLang="en-US" sz="1400">
              <a:solidFill>
                <a:srgbClr val="7F8C8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7E394503-28D2-69DC-292B-0E0D523B0F50}"/>
              </a:ext>
            </a:extLst>
          </p:cNvPr>
          <p:cNvSpPr/>
          <p:nvPr/>
        </p:nvSpPr>
        <p:spPr>
          <a:xfrm>
            <a:off x="12001500" y="2032000"/>
            <a:ext cx="3429000" cy="1778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5709244-7A95-D3B5-3B59-E131D6F1BFB0}"/>
              </a:ext>
            </a:extLst>
          </p:cNvPr>
          <p:cNvSpPr/>
          <p:nvPr/>
        </p:nvSpPr>
        <p:spPr>
          <a:xfrm>
            <a:off x="12001500" y="2032000"/>
            <a:ext cx="3429000" cy="76200"/>
          </a:xfrm>
          <a:prstGeom prst="rect">
            <a:avLst/>
          </a:prstGeom>
          <a:solidFill>
            <a:srgbClr val="2D6BA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EC53C41-2640-4CCB-6EAF-673C06BD84E9}"/>
              </a:ext>
            </a:extLst>
          </p:cNvPr>
          <p:cNvSpPr txBox="1"/>
          <p:nvPr/>
        </p:nvSpPr>
        <p:spPr>
          <a:xfrm>
            <a:off x="12103100" y="2730500"/>
            <a:ext cx="322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600" b="1">
                <a:solidFill>
                  <a:srgbClr val="2D6BA4"/>
                </a:solidFill>
                <a:latin typeface="Microsoft YaHei" panose="020B0503020204020204" pitchFamily="34" charset="-122"/>
              </a:rPr>
              <a:t>white</a:t>
            </a:r>
            <a:endParaRPr lang="zh-CN" altLang="en-US" sz="2600" b="1">
              <a:solidFill>
                <a:srgbClr val="2D6BA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CA7F7F2-3D3D-A900-357F-F39CD2809339}"/>
              </a:ext>
            </a:extLst>
          </p:cNvPr>
          <p:cNvSpPr txBox="1"/>
          <p:nvPr/>
        </p:nvSpPr>
        <p:spPr>
          <a:xfrm>
            <a:off x="12103100" y="3365500"/>
            <a:ext cx="32258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(</a:t>
            </a:r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白色</a:t>
            </a:r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)</a:t>
            </a:r>
            <a:endParaRPr lang="zh-CN" altLang="en-US" sz="1400">
              <a:solidFill>
                <a:srgbClr val="7F8C8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E08F4B19-D055-AC68-3FBB-2943EBDCE952}"/>
              </a:ext>
            </a:extLst>
          </p:cNvPr>
          <p:cNvSpPr/>
          <p:nvPr/>
        </p:nvSpPr>
        <p:spPr>
          <a:xfrm>
            <a:off x="-3238500" y="4064000"/>
            <a:ext cx="3429000" cy="1778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EF3743C-7AA9-87D6-B62F-9BCE56DDAD92}"/>
              </a:ext>
            </a:extLst>
          </p:cNvPr>
          <p:cNvSpPr/>
          <p:nvPr/>
        </p:nvSpPr>
        <p:spPr>
          <a:xfrm>
            <a:off x="-3238500" y="4064000"/>
            <a:ext cx="3429000" cy="76200"/>
          </a:xfrm>
          <a:prstGeom prst="rect">
            <a:avLst/>
          </a:prstGeom>
          <a:solidFill>
            <a:srgbClr val="2D6BA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B1219A99-24A0-B7EF-BF30-098D50FE3D9F}"/>
              </a:ext>
            </a:extLst>
          </p:cNvPr>
          <p:cNvSpPr txBox="1"/>
          <p:nvPr/>
        </p:nvSpPr>
        <p:spPr>
          <a:xfrm>
            <a:off x="-3136900" y="4762500"/>
            <a:ext cx="322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600" b="1">
                <a:solidFill>
                  <a:srgbClr val="2D6BA4"/>
                </a:solidFill>
                <a:latin typeface="Microsoft YaHei" panose="020B0503020204020204" pitchFamily="34" charset="-122"/>
              </a:rPr>
              <a:t>black</a:t>
            </a:r>
            <a:endParaRPr lang="zh-CN" altLang="en-US" sz="2600" b="1">
              <a:solidFill>
                <a:srgbClr val="2D6BA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A89DA0F-55CB-4FB0-D046-29329E2BE6E9}"/>
              </a:ext>
            </a:extLst>
          </p:cNvPr>
          <p:cNvSpPr txBox="1"/>
          <p:nvPr/>
        </p:nvSpPr>
        <p:spPr>
          <a:xfrm>
            <a:off x="-3136900" y="5397500"/>
            <a:ext cx="32258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(</a:t>
            </a:r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黑色</a:t>
            </a:r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)</a:t>
            </a:r>
            <a:endParaRPr lang="zh-CN" altLang="en-US" sz="1400">
              <a:solidFill>
                <a:srgbClr val="7F8C8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BAED3942-F522-A497-9E59-0A0B5058C6FC}"/>
              </a:ext>
            </a:extLst>
          </p:cNvPr>
          <p:cNvSpPr/>
          <p:nvPr/>
        </p:nvSpPr>
        <p:spPr>
          <a:xfrm>
            <a:off x="571500" y="4064000"/>
            <a:ext cx="3429000" cy="1778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8F17824-07BC-5A9C-D18F-989B548AE661}"/>
              </a:ext>
            </a:extLst>
          </p:cNvPr>
          <p:cNvSpPr/>
          <p:nvPr/>
        </p:nvSpPr>
        <p:spPr>
          <a:xfrm>
            <a:off x="571500" y="4064000"/>
            <a:ext cx="3429000" cy="76200"/>
          </a:xfrm>
          <a:prstGeom prst="rect">
            <a:avLst/>
          </a:prstGeom>
          <a:solidFill>
            <a:srgbClr val="2D6BA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0B75A709-3CFC-7489-AE22-6CBCE279EADA}"/>
              </a:ext>
            </a:extLst>
          </p:cNvPr>
          <p:cNvSpPr txBox="1"/>
          <p:nvPr/>
        </p:nvSpPr>
        <p:spPr>
          <a:xfrm>
            <a:off x="673100" y="4762500"/>
            <a:ext cx="322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600" b="1">
                <a:solidFill>
                  <a:srgbClr val="2D6BA4"/>
                </a:solidFill>
                <a:latin typeface="Microsoft YaHei" panose="020B0503020204020204" pitchFamily="34" charset="-122"/>
              </a:rPr>
              <a:t>one</a:t>
            </a:r>
            <a:endParaRPr lang="zh-CN" altLang="en-US" sz="2600" b="1">
              <a:solidFill>
                <a:srgbClr val="2D6BA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4B5F4921-FDC0-60B6-358F-8135DBBD9FE9}"/>
              </a:ext>
            </a:extLst>
          </p:cNvPr>
          <p:cNvSpPr txBox="1"/>
          <p:nvPr/>
        </p:nvSpPr>
        <p:spPr>
          <a:xfrm>
            <a:off x="673100" y="5397500"/>
            <a:ext cx="32258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(</a:t>
            </a:r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一</a:t>
            </a:r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)</a:t>
            </a:r>
            <a:endParaRPr lang="zh-CN" altLang="en-US" sz="1400">
              <a:solidFill>
                <a:srgbClr val="7F8C8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FA93002F-E4CF-EEA1-E6FE-49159D8A1EE2}"/>
              </a:ext>
            </a:extLst>
          </p:cNvPr>
          <p:cNvSpPr/>
          <p:nvPr/>
        </p:nvSpPr>
        <p:spPr>
          <a:xfrm>
            <a:off x="4381500" y="4064000"/>
            <a:ext cx="3429000" cy="1778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34A121B-D795-8ADF-75B3-1B51CB591829}"/>
              </a:ext>
            </a:extLst>
          </p:cNvPr>
          <p:cNvSpPr/>
          <p:nvPr/>
        </p:nvSpPr>
        <p:spPr>
          <a:xfrm>
            <a:off x="4381500" y="4064000"/>
            <a:ext cx="3429000" cy="76200"/>
          </a:xfrm>
          <a:prstGeom prst="rect">
            <a:avLst/>
          </a:prstGeom>
          <a:solidFill>
            <a:srgbClr val="2D6BA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98163994-6485-49CF-7276-98F0C6EBE78D}"/>
              </a:ext>
            </a:extLst>
          </p:cNvPr>
          <p:cNvSpPr txBox="1"/>
          <p:nvPr/>
        </p:nvSpPr>
        <p:spPr>
          <a:xfrm>
            <a:off x="4483100" y="4762500"/>
            <a:ext cx="322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600" b="1">
                <a:solidFill>
                  <a:srgbClr val="2D6BA4"/>
                </a:solidFill>
                <a:latin typeface="Microsoft YaHei" panose="020B0503020204020204" pitchFamily="34" charset="-122"/>
              </a:rPr>
              <a:t>two</a:t>
            </a:r>
            <a:endParaRPr lang="zh-CN" altLang="en-US" sz="2600" b="1">
              <a:solidFill>
                <a:srgbClr val="2D6BA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7723218E-E713-69EC-BD6F-C12C086A100E}"/>
              </a:ext>
            </a:extLst>
          </p:cNvPr>
          <p:cNvSpPr txBox="1"/>
          <p:nvPr/>
        </p:nvSpPr>
        <p:spPr>
          <a:xfrm>
            <a:off x="4483100" y="5397500"/>
            <a:ext cx="32258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(</a:t>
            </a:r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二</a:t>
            </a:r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)</a:t>
            </a:r>
            <a:endParaRPr lang="zh-CN" altLang="en-US" sz="1400">
              <a:solidFill>
                <a:srgbClr val="7F8C8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0BF47046-CBCA-7D39-590C-2204A990F992}"/>
              </a:ext>
            </a:extLst>
          </p:cNvPr>
          <p:cNvSpPr/>
          <p:nvPr/>
        </p:nvSpPr>
        <p:spPr>
          <a:xfrm>
            <a:off x="8191500" y="4064000"/>
            <a:ext cx="3429000" cy="1778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9705C33A-4F0D-1A12-F30B-10B9DBEE6330}"/>
              </a:ext>
            </a:extLst>
          </p:cNvPr>
          <p:cNvSpPr/>
          <p:nvPr/>
        </p:nvSpPr>
        <p:spPr>
          <a:xfrm>
            <a:off x="8191500" y="4064000"/>
            <a:ext cx="3429000" cy="76200"/>
          </a:xfrm>
          <a:prstGeom prst="rect">
            <a:avLst/>
          </a:prstGeom>
          <a:solidFill>
            <a:srgbClr val="2D6BA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D06C291B-9004-82E7-DF0B-9F8DE9AFD2A8}"/>
              </a:ext>
            </a:extLst>
          </p:cNvPr>
          <p:cNvSpPr txBox="1"/>
          <p:nvPr/>
        </p:nvSpPr>
        <p:spPr>
          <a:xfrm>
            <a:off x="8293100" y="4762500"/>
            <a:ext cx="322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600" b="1">
                <a:solidFill>
                  <a:srgbClr val="2D6BA4"/>
                </a:solidFill>
                <a:latin typeface="Microsoft YaHei" panose="020B0503020204020204" pitchFamily="34" charset="-122"/>
              </a:rPr>
              <a:t>three</a:t>
            </a:r>
            <a:endParaRPr lang="zh-CN" altLang="en-US" sz="2600" b="1">
              <a:solidFill>
                <a:srgbClr val="2D6BA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B9F7AF96-7A65-CE01-2B6B-6A66C1FFCCF0}"/>
              </a:ext>
            </a:extLst>
          </p:cNvPr>
          <p:cNvSpPr txBox="1"/>
          <p:nvPr/>
        </p:nvSpPr>
        <p:spPr>
          <a:xfrm>
            <a:off x="8293100" y="5397500"/>
            <a:ext cx="32258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(</a:t>
            </a:r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三</a:t>
            </a:r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)</a:t>
            </a:r>
            <a:endParaRPr lang="zh-CN" altLang="en-US" sz="1400">
              <a:solidFill>
                <a:srgbClr val="7F8C8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76769FE4-5759-4AB0-C751-219B86ED433A}"/>
              </a:ext>
            </a:extLst>
          </p:cNvPr>
          <p:cNvSpPr/>
          <p:nvPr/>
        </p:nvSpPr>
        <p:spPr>
          <a:xfrm>
            <a:off x="12001500" y="4064000"/>
            <a:ext cx="3429000" cy="1778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CF79D798-4A34-78CB-F7CE-5DEDD2B51AD4}"/>
              </a:ext>
            </a:extLst>
          </p:cNvPr>
          <p:cNvSpPr/>
          <p:nvPr/>
        </p:nvSpPr>
        <p:spPr>
          <a:xfrm>
            <a:off x="12001500" y="4064000"/>
            <a:ext cx="3429000" cy="76200"/>
          </a:xfrm>
          <a:prstGeom prst="rect">
            <a:avLst/>
          </a:prstGeom>
          <a:solidFill>
            <a:srgbClr val="2D6BA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742381EC-6AB9-873B-7934-4695334F8FA3}"/>
              </a:ext>
            </a:extLst>
          </p:cNvPr>
          <p:cNvSpPr txBox="1"/>
          <p:nvPr/>
        </p:nvSpPr>
        <p:spPr>
          <a:xfrm>
            <a:off x="12103100" y="4762500"/>
            <a:ext cx="322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600" b="1">
                <a:solidFill>
                  <a:srgbClr val="2D6BA4"/>
                </a:solidFill>
                <a:latin typeface="Microsoft YaHei" panose="020B0503020204020204" pitchFamily="34" charset="-122"/>
              </a:rPr>
              <a:t>four</a:t>
            </a:r>
            <a:endParaRPr lang="zh-CN" altLang="en-US" sz="2600" b="1">
              <a:solidFill>
                <a:srgbClr val="2D6BA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EABD5C21-88EF-E199-E536-F06A4CF2F874}"/>
              </a:ext>
            </a:extLst>
          </p:cNvPr>
          <p:cNvSpPr txBox="1"/>
          <p:nvPr/>
        </p:nvSpPr>
        <p:spPr>
          <a:xfrm>
            <a:off x="12103100" y="5397500"/>
            <a:ext cx="32258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(</a:t>
            </a:r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四</a:t>
            </a:r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)</a:t>
            </a:r>
            <a:endParaRPr lang="zh-CN" altLang="en-US" sz="1400">
              <a:solidFill>
                <a:srgbClr val="7F8C8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4" name="5-Point Star 43"/>
          <p:cNvSpPr/>
          <p:nvPr/>
        </p:nvSpPr>
        <p:spPr>
          <a:xfrm rot="20580000">
            <a:off x="11809656" y="2003811"/>
            <a:ext cx="200000" cy="200000"/>
          </a:xfrm>
          <a:prstGeom prst="star5">
            <a:avLst/>
          </a:prstGeom>
          <a:solidFill>
            <a:srgbClr val="FF9F43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5-Point Star 44"/>
          <p:cNvSpPr/>
          <p:nvPr/>
        </p:nvSpPr>
        <p:spPr>
          <a:xfrm rot="12540000">
            <a:off x="3088966" y="6552317"/>
            <a:ext cx="200000" cy="200000"/>
          </a:xfrm>
          <a:prstGeom prst="star5">
            <a:avLst/>
          </a:prstGeom>
          <a:solidFill>
            <a:srgbClr val="4FC3F7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5-Point Star 45"/>
          <p:cNvSpPr/>
          <p:nvPr/>
        </p:nvSpPr>
        <p:spPr>
          <a:xfrm rot="13020000">
            <a:off x="11661115" y="6523946"/>
            <a:ext cx="200000" cy="200000"/>
          </a:xfrm>
          <a:prstGeom prst="star5">
            <a:avLst/>
          </a:prstGeom>
          <a:solidFill>
            <a:srgbClr val="FF6B6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230643" y="2859494"/>
            <a:ext cx="66461" cy="66461"/>
          </a:xfrm>
          <a:prstGeom prst="ellipse">
            <a:avLst/>
          </a:prstGeom>
          <a:solidFill>
            <a:srgbClr val="C8E6C9">
              <a:alpha val="335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796027" y="6519932"/>
            <a:ext cx="141214" cy="141214"/>
          </a:xfrm>
          <a:prstGeom prst="ellipse">
            <a:avLst/>
          </a:prstGeom>
          <a:solidFill>
            <a:srgbClr val="FFCCBC">
              <a:alpha val="3428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300309" y="1198724"/>
            <a:ext cx="76591" cy="76591"/>
          </a:xfrm>
          <a:prstGeom prst="ellipse">
            <a:avLst/>
          </a:prstGeom>
          <a:solidFill>
            <a:srgbClr val="C8E6C9">
              <a:alpha val="3086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204619" y="2083746"/>
            <a:ext cx="70012" cy="70012"/>
          </a:xfrm>
          <a:prstGeom prst="ellipse">
            <a:avLst/>
          </a:prstGeom>
          <a:solidFill>
            <a:srgbClr val="C8E6C9">
              <a:alpha val="2945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2487336" y="6023547"/>
            <a:ext cx="107127" cy="107127"/>
          </a:xfrm>
          <a:prstGeom prst="ellipse">
            <a:avLst/>
          </a:prstGeom>
          <a:solidFill>
            <a:srgbClr val="B2EBF2">
              <a:alpha val="2192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684494" y="1121011"/>
            <a:ext cx="97444" cy="97444"/>
          </a:xfrm>
          <a:prstGeom prst="ellipse">
            <a:avLst/>
          </a:prstGeom>
          <a:solidFill>
            <a:srgbClr val="E1BEE7">
              <a:alpha val="3437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12431741"/>
      </p:ext>
    </p:extLst>
    <p:bg>
      <p:bgPr>
        <a:gradFill>
          <a:lin ang="3600000" scaled="1"/>
          <a:gsLst>
            <a:gs pos="0">
              <a:srgbClr val="FEF9E7"/>
            </a:gs>
            <a:gs pos="30000">
              <a:srgbClr val="FDEBD0"/>
            </a:gs>
            <a:gs pos="70000">
              <a:srgbClr val="D6EAF8"/>
            </a:gs>
            <a:gs pos="100000">
              <a:srgbClr val="E8DAEF"/>
            </a:gs>
          </a:gsLst>
        </a:gradFill>
        <a:effectLst/>
      </p:bgPr>
    </p:bg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763FAA5-F84C-6D6B-D13E-863375F18AC9}"/>
              </a:ext>
            </a:extLst>
          </p:cNvPr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2D6BA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CF20963-807D-A41E-C475-975CB06DCCF3}"/>
              </a:ext>
            </a:extLst>
          </p:cNvPr>
          <p:cNvSpPr txBox="1"/>
          <p:nvPr/>
        </p:nvSpPr>
        <p:spPr>
          <a:xfrm>
            <a:off x="190500" y="127000"/>
            <a:ext cx="762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2800" b="1">
                <a:solidFill>
                  <a:srgbClr val="FFFFFF"/>
                </a:solidFill>
                <a:latin typeface="Microsoft YaHei" panose="020B0503020204020204" pitchFamily="34" charset="-122"/>
              </a:rPr>
              <a:t>👋 日常问候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B12E7DF5-5F13-5F86-663F-27BDE71AA14C}"/>
              </a:ext>
            </a:extLst>
          </p:cNvPr>
          <p:cNvSpPr/>
          <p:nvPr/>
        </p:nvSpPr>
        <p:spPr>
          <a:xfrm>
            <a:off x="-3238500" y="2032000"/>
            <a:ext cx="3429000" cy="1778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3C459B0-709B-7714-4A78-EE88B13A786E}"/>
              </a:ext>
            </a:extLst>
          </p:cNvPr>
          <p:cNvSpPr/>
          <p:nvPr/>
        </p:nvSpPr>
        <p:spPr>
          <a:xfrm>
            <a:off x="-3238500" y="2032000"/>
            <a:ext cx="3429000" cy="76200"/>
          </a:xfrm>
          <a:prstGeom prst="rect">
            <a:avLst/>
          </a:prstGeom>
          <a:solidFill>
            <a:srgbClr val="2D6BA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DD5C8E8-1149-D14E-1CB1-2F0E5851290F}"/>
              </a:ext>
            </a:extLst>
          </p:cNvPr>
          <p:cNvSpPr txBox="1"/>
          <p:nvPr/>
        </p:nvSpPr>
        <p:spPr>
          <a:xfrm>
            <a:off x="-3136900" y="2730500"/>
            <a:ext cx="322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600" b="1">
                <a:solidFill>
                  <a:srgbClr val="2D6BA4"/>
                </a:solidFill>
                <a:latin typeface="Microsoft YaHei" panose="020B0503020204020204" pitchFamily="34" charset="-122"/>
              </a:rPr>
              <a:t>good</a:t>
            </a:r>
            <a:endParaRPr lang="zh-CN" altLang="en-US" sz="2600" b="1">
              <a:solidFill>
                <a:srgbClr val="2D6BA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14A0B7D-ADB4-007F-7BE3-B9B55114B739}"/>
              </a:ext>
            </a:extLst>
          </p:cNvPr>
          <p:cNvSpPr txBox="1"/>
          <p:nvPr/>
        </p:nvSpPr>
        <p:spPr>
          <a:xfrm>
            <a:off x="-3136900" y="3365500"/>
            <a:ext cx="32258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(</a:t>
            </a:r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好的</a:t>
            </a:r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)</a:t>
            </a:r>
            <a:endParaRPr lang="zh-CN" altLang="en-US" sz="1400">
              <a:solidFill>
                <a:srgbClr val="7F8C8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11C38CA5-9241-8EE4-FF5D-5352037F01A6}"/>
              </a:ext>
            </a:extLst>
          </p:cNvPr>
          <p:cNvSpPr/>
          <p:nvPr/>
        </p:nvSpPr>
        <p:spPr>
          <a:xfrm>
            <a:off x="571500" y="2032000"/>
            <a:ext cx="3429000" cy="1778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A71CD71-7493-0754-F900-49A809FD2EFD}"/>
              </a:ext>
            </a:extLst>
          </p:cNvPr>
          <p:cNvSpPr/>
          <p:nvPr/>
        </p:nvSpPr>
        <p:spPr>
          <a:xfrm>
            <a:off x="571500" y="2032000"/>
            <a:ext cx="3429000" cy="76200"/>
          </a:xfrm>
          <a:prstGeom prst="rect">
            <a:avLst/>
          </a:prstGeom>
          <a:solidFill>
            <a:srgbClr val="2D6BA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B5ECCDC-3D27-DDC6-5087-9121579116DF}"/>
              </a:ext>
            </a:extLst>
          </p:cNvPr>
          <p:cNvSpPr txBox="1"/>
          <p:nvPr/>
        </p:nvSpPr>
        <p:spPr>
          <a:xfrm>
            <a:off x="673100" y="2730500"/>
            <a:ext cx="322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600" b="1">
                <a:solidFill>
                  <a:srgbClr val="2D6BA4"/>
                </a:solidFill>
                <a:latin typeface="Microsoft YaHei" panose="020B0503020204020204" pitchFamily="34" charset="-122"/>
              </a:rPr>
              <a:t>morning</a:t>
            </a:r>
            <a:endParaRPr lang="zh-CN" altLang="en-US" sz="2600" b="1">
              <a:solidFill>
                <a:srgbClr val="2D6BA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BAFE10C-58EE-547A-6951-1C0CEE1456A7}"/>
              </a:ext>
            </a:extLst>
          </p:cNvPr>
          <p:cNvSpPr txBox="1"/>
          <p:nvPr/>
        </p:nvSpPr>
        <p:spPr>
          <a:xfrm>
            <a:off x="673100" y="3365500"/>
            <a:ext cx="32258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(</a:t>
            </a:r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早上</a:t>
            </a:r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)</a:t>
            </a:r>
            <a:endParaRPr lang="zh-CN" altLang="en-US" sz="1400">
              <a:solidFill>
                <a:srgbClr val="7F8C8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082BB8C0-BC68-554E-2351-3B9882B54670}"/>
              </a:ext>
            </a:extLst>
          </p:cNvPr>
          <p:cNvSpPr/>
          <p:nvPr/>
        </p:nvSpPr>
        <p:spPr>
          <a:xfrm>
            <a:off x="4381500" y="2032000"/>
            <a:ext cx="3429000" cy="1778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FFCB93E-4203-C0C2-BC0F-232950692C29}"/>
              </a:ext>
            </a:extLst>
          </p:cNvPr>
          <p:cNvSpPr/>
          <p:nvPr/>
        </p:nvSpPr>
        <p:spPr>
          <a:xfrm>
            <a:off x="4381500" y="2032000"/>
            <a:ext cx="3429000" cy="76200"/>
          </a:xfrm>
          <a:prstGeom prst="rect">
            <a:avLst/>
          </a:prstGeom>
          <a:solidFill>
            <a:srgbClr val="2D6BA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F685AC3-3150-9393-9548-9715266E0EDC}"/>
              </a:ext>
            </a:extLst>
          </p:cNvPr>
          <p:cNvSpPr txBox="1"/>
          <p:nvPr/>
        </p:nvSpPr>
        <p:spPr>
          <a:xfrm>
            <a:off x="4483100" y="2730500"/>
            <a:ext cx="322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600" b="1">
                <a:solidFill>
                  <a:srgbClr val="2D6BA4"/>
                </a:solidFill>
                <a:latin typeface="Microsoft YaHei" panose="020B0503020204020204" pitchFamily="34" charset="-122"/>
              </a:rPr>
              <a:t>afternoon</a:t>
            </a:r>
            <a:endParaRPr lang="zh-CN" altLang="en-US" sz="2600" b="1">
              <a:solidFill>
                <a:srgbClr val="2D6BA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3896D29-F89C-C1F5-7A63-3399184E6098}"/>
              </a:ext>
            </a:extLst>
          </p:cNvPr>
          <p:cNvSpPr txBox="1"/>
          <p:nvPr/>
        </p:nvSpPr>
        <p:spPr>
          <a:xfrm>
            <a:off x="4483100" y="3365500"/>
            <a:ext cx="32258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(</a:t>
            </a:r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下午</a:t>
            </a:r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)</a:t>
            </a:r>
            <a:endParaRPr lang="zh-CN" altLang="en-US" sz="1400">
              <a:solidFill>
                <a:srgbClr val="7F8C8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3AF8D91A-55AD-8EB8-D59F-CA68B08B8BD9}"/>
              </a:ext>
            </a:extLst>
          </p:cNvPr>
          <p:cNvSpPr/>
          <p:nvPr/>
        </p:nvSpPr>
        <p:spPr>
          <a:xfrm>
            <a:off x="8191500" y="2032000"/>
            <a:ext cx="3429000" cy="1778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0790464-30A9-306C-7714-E4F969F29A6B}"/>
              </a:ext>
            </a:extLst>
          </p:cNvPr>
          <p:cNvSpPr/>
          <p:nvPr/>
        </p:nvSpPr>
        <p:spPr>
          <a:xfrm>
            <a:off x="8191500" y="2032000"/>
            <a:ext cx="3429000" cy="76200"/>
          </a:xfrm>
          <a:prstGeom prst="rect">
            <a:avLst/>
          </a:prstGeom>
          <a:solidFill>
            <a:srgbClr val="2D6BA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8273A94-6CF7-D03B-33A4-69733BDFE8FB}"/>
              </a:ext>
            </a:extLst>
          </p:cNvPr>
          <p:cNvSpPr txBox="1"/>
          <p:nvPr/>
        </p:nvSpPr>
        <p:spPr>
          <a:xfrm>
            <a:off x="8293100" y="2730500"/>
            <a:ext cx="322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600" b="1">
                <a:solidFill>
                  <a:srgbClr val="2D6BA4"/>
                </a:solidFill>
                <a:latin typeface="Microsoft YaHei" panose="020B0503020204020204" pitchFamily="34" charset="-122"/>
              </a:rPr>
              <a:t>evening</a:t>
            </a:r>
            <a:endParaRPr lang="zh-CN" altLang="en-US" sz="2600" b="1">
              <a:solidFill>
                <a:srgbClr val="2D6BA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484625F-1731-CCA5-F7C7-D25FE41E74A6}"/>
              </a:ext>
            </a:extLst>
          </p:cNvPr>
          <p:cNvSpPr txBox="1"/>
          <p:nvPr/>
        </p:nvSpPr>
        <p:spPr>
          <a:xfrm>
            <a:off x="8293100" y="3365500"/>
            <a:ext cx="32258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(</a:t>
            </a:r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晚上</a:t>
            </a:r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)</a:t>
            </a:r>
            <a:endParaRPr lang="zh-CN" altLang="en-US" sz="1400">
              <a:solidFill>
                <a:srgbClr val="7F8C8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C6EC4B37-B44F-97E4-BAF1-24BAF2562B04}"/>
              </a:ext>
            </a:extLst>
          </p:cNvPr>
          <p:cNvSpPr/>
          <p:nvPr/>
        </p:nvSpPr>
        <p:spPr>
          <a:xfrm>
            <a:off x="12001500" y="2032000"/>
            <a:ext cx="3429000" cy="1778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FCBC443-9740-EC1D-362B-D67D532CA39A}"/>
              </a:ext>
            </a:extLst>
          </p:cNvPr>
          <p:cNvSpPr/>
          <p:nvPr/>
        </p:nvSpPr>
        <p:spPr>
          <a:xfrm>
            <a:off x="12001500" y="2032000"/>
            <a:ext cx="3429000" cy="76200"/>
          </a:xfrm>
          <a:prstGeom prst="rect">
            <a:avLst/>
          </a:prstGeom>
          <a:solidFill>
            <a:srgbClr val="2D6BA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AE6B0BE-AECD-370A-AFB1-C141C8CED060}"/>
              </a:ext>
            </a:extLst>
          </p:cNvPr>
          <p:cNvSpPr txBox="1"/>
          <p:nvPr/>
        </p:nvSpPr>
        <p:spPr>
          <a:xfrm>
            <a:off x="12103100" y="2730500"/>
            <a:ext cx="322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600" b="1">
                <a:solidFill>
                  <a:srgbClr val="2D6BA4"/>
                </a:solidFill>
                <a:latin typeface="Microsoft YaHei" panose="020B0503020204020204" pitchFamily="34" charset="-122"/>
              </a:rPr>
              <a:t>bye</a:t>
            </a:r>
            <a:endParaRPr lang="zh-CN" altLang="en-US" sz="2600" b="1">
              <a:solidFill>
                <a:srgbClr val="2D6BA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9CFC39B-A1E7-CA94-312E-06985111D9FB}"/>
              </a:ext>
            </a:extLst>
          </p:cNvPr>
          <p:cNvSpPr txBox="1"/>
          <p:nvPr/>
        </p:nvSpPr>
        <p:spPr>
          <a:xfrm>
            <a:off x="12103100" y="3365500"/>
            <a:ext cx="32258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(</a:t>
            </a:r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再见</a:t>
            </a:r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)</a:t>
            </a:r>
            <a:endParaRPr lang="zh-CN" altLang="en-US" sz="1400">
              <a:solidFill>
                <a:srgbClr val="7F8C8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BC8C4EA7-684E-25E7-B776-8137CAC2C8AC}"/>
              </a:ext>
            </a:extLst>
          </p:cNvPr>
          <p:cNvSpPr/>
          <p:nvPr/>
        </p:nvSpPr>
        <p:spPr>
          <a:xfrm>
            <a:off x="-3238500" y="4064000"/>
            <a:ext cx="3429000" cy="1778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CA4D895-7A81-CD8F-CD08-23DD92D1E78F}"/>
              </a:ext>
            </a:extLst>
          </p:cNvPr>
          <p:cNvSpPr/>
          <p:nvPr/>
        </p:nvSpPr>
        <p:spPr>
          <a:xfrm>
            <a:off x="-3238500" y="4064000"/>
            <a:ext cx="3429000" cy="76200"/>
          </a:xfrm>
          <a:prstGeom prst="rect">
            <a:avLst/>
          </a:prstGeom>
          <a:solidFill>
            <a:srgbClr val="2D6BA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9471831B-A6CC-3106-1C17-856E13ABCEF2}"/>
              </a:ext>
            </a:extLst>
          </p:cNvPr>
          <p:cNvSpPr txBox="1"/>
          <p:nvPr/>
        </p:nvSpPr>
        <p:spPr>
          <a:xfrm>
            <a:off x="-3136900" y="4762500"/>
            <a:ext cx="322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600" b="1">
                <a:solidFill>
                  <a:srgbClr val="2D6BA4"/>
                </a:solidFill>
                <a:latin typeface="Microsoft YaHei" panose="020B0503020204020204" pitchFamily="34" charset="-122"/>
              </a:rPr>
              <a:t>thanks</a:t>
            </a:r>
            <a:endParaRPr lang="zh-CN" altLang="en-US" sz="2600" b="1">
              <a:solidFill>
                <a:srgbClr val="2D6BA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ED32F48-1C86-7ACE-5DFD-668D6F42C096}"/>
              </a:ext>
            </a:extLst>
          </p:cNvPr>
          <p:cNvSpPr txBox="1"/>
          <p:nvPr/>
        </p:nvSpPr>
        <p:spPr>
          <a:xfrm>
            <a:off x="-3136900" y="5397500"/>
            <a:ext cx="32258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(</a:t>
            </a:r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谢谢</a:t>
            </a:r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)</a:t>
            </a:r>
            <a:endParaRPr lang="zh-CN" altLang="en-US" sz="1400">
              <a:solidFill>
                <a:srgbClr val="7F8C8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6D4ADB07-BB22-B768-1FAA-625CF8B78B9F}"/>
              </a:ext>
            </a:extLst>
          </p:cNvPr>
          <p:cNvSpPr/>
          <p:nvPr/>
        </p:nvSpPr>
        <p:spPr>
          <a:xfrm>
            <a:off x="571500" y="4064000"/>
            <a:ext cx="3429000" cy="1778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38A179E5-5A27-E23F-ED3E-45F50DC7F95D}"/>
              </a:ext>
            </a:extLst>
          </p:cNvPr>
          <p:cNvSpPr/>
          <p:nvPr/>
        </p:nvSpPr>
        <p:spPr>
          <a:xfrm>
            <a:off x="571500" y="4064000"/>
            <a:ext cx="3429000" cy="76200"/>
          </a:xfrm>
          <a:prstGeom prst="rect">
            <a:avLst/>
          </a:prstGeom>
          <a:solidFill>
            <a:srgbClr val="2D6BA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EF5DB068-BC60-BDE4-67E9-D026073449A9}"/>
              </a:ext>
            </a:extLst>
          </p:cNvPr>
          <p:cNvSpPr txBox="1"/>
          <p:nvPr/>
        </p:nvSpPr>
        <p:spPr>
          <a:xfrm>
            <a:off x="673100" y="4762500"/>
            <a:ext cx="322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600" b="1">
                <a:solidFill>
                  <a:srgbClr val="2D6BA4"/>
                </a:solidFill>
                <a:latin typeface="Microsoft YaHei" panose="020B0503020204020204" pitchFamily="34" charset="-122"/>
              </a:rPr>
              <a:t>please</a:t>
            </a:r>
            <a:endParaRPr lang="zh-CN" altLang="en-US" sz="2600" b="1">
              <a:solidFill>
                <a:srgbClr val="2D6BA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85E8232-DC4A-4EFB-A524-D90AB5D1670B}"/>
              </a:ext>
            </a:extLst>
          </p:cNvPr>
          <p:cNvSpPr txBox="1"/>
          <p:nvPr/>
        </p:nvSpPr>
        <p:spPr>
          <a:xfrm>
            <a:off x="673100" y="5397500"/>
            <a:ext cx="32258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(</a:t>
            </a:r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请</a:t>
            </a:r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)</a:t>
            </a:r>
            <a:endParaRPr lang="zh-CN" altLang="en-US" sz="1400">
              <a:solidFill>
                <a:srgbClr val="7F8C8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D2FECF25-CD5C-67A4-A529-E3692FBD92E3}"/>
              </a:ext>
            </a:extLst>
          </p:cNvPr>
          <p:cNvSpPr/>
          <p:nvPr/>
        </p:nvSpPr>
        <p:spPr>
          <a:xfrm>
            <a:off x="4381500" y="4064000"/>
            <a:ext cx="3429000" cy="1778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FBF6A616-E962-3F7E-A27E-DA1AB13CEE6B}"/>
              </a:ext>
            </a:extLst>
          </p:cNvPr>
          <p:cNvSpPr/>
          <p:nvPr/>
        </p:nvSpPr>
        <p:spPr>
          <a:xfrm>
            <a:off x="4381500" y="4064000"/>
            <a:ext cx="3429000" cy="76200"/>
          </a:xfrm>
          <a:prstGeom prst="rect">
            <a:avLst/>
          </a:prstGeom>
          <a:solidFill>
            <a:srgbClr val="2D6BA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3AA0ED5D-6FAE-CF9F-21EB-0775D9B45C5E}"/>
              </a:ext>
            </a:extLst>
          </p:cNvPr>
          <p:cNvSpPr txBox="1"/>
          <p:nvPr/>
        </p:nvSpPr>
        <p:spPr>
          <a:xfrm>
            <a:off x="4483100" y="4762500"/>
            <a:ext cx="322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600" b="1">
                <a:solidFill>
                  <a:srgbClr val="2D6BA4"/>
                </a:solidFill>
                <a:latin typeface="Microsoft YaHei" panose="020B0503020204020204" pitchFamily="34" charset="-122"/>
              </a:rPr>
              <a:t>sorry</a:t>
            </a:r>
            <a:endParaRPr lang="zh-CN" altLang="en-US" sz="2600" b="1">
              <a:solidFill>
                <a:srgbClr val="2D6BA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9E49391E-CC19-AAB4-ABFB-FB09B9CB6EDB}"/>
              </a:ext>
            </a:extLst>
          </p:cNvPr>
          <p:cNvSpPr txBox="1"/>
          <p:nvPr/>
        </p:nvSpPr>
        <p:spPr>
          <a:xfrm>
            <a:off x="4483100" y="5397500"/>
            <a:ext cx="32258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(</a:t>
            </a:r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对不起</a:t>
            </a:r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)</a:t>
            </a:r>
            <a:endParaRPr lang="zh-CN" altLang="en-US" sz="1400">
              <a:solidFill>
                <a:srgbClr val="7F8C8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6" name="5-Point Star 35"/>
          <p:cNvSpPr/>
          <p:nvPr/>
        </p:nvSpPr>
        <p:spPr>
          <a:xfrm rot="7740000">
            <a:off x="11792909" y="5749827"/>
            <a:ext cx="200000" cy="200000"/>
          </a:xfrm>
          <a:prstGeom prst="star5">
            <a:avLst/>
          </a:prstGeom>
          <a:solidFill>
            <a:srgbClr val="81C784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5-Point Star 36"/>
          <p:cNvSpPr/>
          <p:nvPr/>
        </p:nvSpPr>
        <p:spPr>
          <a:xfrm>
            <a:off x="8088304" y="6425487"/>
            <a:ext cx="200000" cy="200000"/>
          </a:xfrm>
          <a:prstGeom prst="star5">
            <a:avLst/>
          </a:prstGeom>
          <a:solidFill>
            <a:srgbClr val="CE93D8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5-Point Star 37"/>
          <p:cNvSpPr/>
          <p:nvPr/>
        </p:nvSpPr>
        <p:spPr>
          <a:xfrm rot="16320000">
            <a:off x="9087686" y="472912"/>
            <a:ext cx="200000" cy="200000"/>
          </a:xfrm>
          <a:prstGeom prst="star5">
            <a:avLst/>
          </a:prstGeom>
          <a:solidFill>
            <a:srgbClr val="4FC3F7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682623" y="1710110"/>
            <a:ext cx="148774" cy="148774"/>
          </a:xfrm>
          <a:prstGeom prst="ellipse">
            <a:avLst/>
          </a:prstGeom>
          <a:solidFill>
            <a:srgbClr val="FFE0B2">
              <a:alpha val="2951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178586" y="1902729"/>
            <a:ext cx="108172" cy="108172"/>
          </a:xfrm>
          <a:prstGeom prst="ellipse">
            <a:avLst/>
          </a:prstGeom>
          <a:solidFill>
            <a:srgbClr val="C8E6C9">
              <a:alpha val="2894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564792" y="6588466"/>
            <a:ext cx="143259" cy="143259"/>
          </a:xfrm>
          <a:prstGeom prst="ellipse">
            <a:avLst/>
          </a:prstGeom>
          <a:solidFill>
            <a:srgbClr val="FFE0B2">
              <a:alpha val="1717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481429" y="1441122"/>
            <a:ext cx="100197" cy="100197"/>
          </a:xfrm>
          <a:prstGeom prst="ellipse">
            <a:avLst/>
          </a:prstGeom>
          <a:solidFill>
            <a:srgbClr val="B3E5FC">
              <a:alpha val="1796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264810" y="2291305"/>
            <a:ext cx="61426" cy="61426"/>
          </a:xfrm>
          <a:prstGeom prst="ellipse">
            <a:avLst/>
          </a:prstGeom>
          <a:solidFill>
            <a:srgbClr val="FFF9C4">
              <a:alpha val="2355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82878" y="6293751"/>
            <a:ext cx="95151" cy="95151"/>
          </a:xfrm>
          <a:prstGeom prst="ellipse">
            <a:avLst/>
          </a:prstGeom>
          <a:solidFill>
            <a:srgbClr val="E1BEE7">
              <a:alpha val="3243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443875559"/>
      </p:ext>
    </p:extLst>
    <p:bg>
      <p:bgPr>
        <a:gradFill>
          <a:lin ang="3600000" scaled="1"/>
          <a:gsLst>
            <a:gs pos="0">
              <a:srgbClr val="FEF9E7"/>
            </a:gs>
            <a:gs pos="30000">
              <a:srgbClr val="FDEBD0"/>
            </a:gs>
            <a:gs pos="70000">
              <a:srgbClr val="D6EAF8"/>
            </a:gs>
            <a:gs pos="100000">
              <a:srgbClr val="E8DAEF"/>
            </a:gs>
          </a:gsLst>
        </a:gradFill>
        <a:effectLst/>
      </p:bgPr>
    </p:bg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B0BE798-B205-B2BA-7B10-DF4F46D67BA9}"/>
              </a:ext>
            </a:extLst>
          </p:cNvPr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E67E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0633A8F-B876-42D9-46A7-C5224C659F21}"/>
              </a:ext>
            </a:extLst>
          </p:cNvPr>
          <p:cNvSpPr txBox="1"/>
          <p:nvPr/>
        </p:nvSpPr>
        <p:spPr>
          <a:xfrm>
            <a:off x="190500" y="127000"/>
            <a:ext cx="762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2800" b="1">
                <a:solidFill>
                  <a:srgbClr val="FFFFFF"/>
                </a:solidFill>
                <a:latin typeface="Microsoft YaHei" panose="020B0503020204020204" pitchFamily="34" charset="-122"/>
              </a:rPr>
              <a:t>🛒 购物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8507198B-8491-9176-E8B6-B63A00E46B37}"/>
              </a:ext>
            </a:extLst>
          </p:cNvPr>
          <p:cNvSpPr/>
          <p:nvPr/>
        </p:nvSpPr>
        <p:spPr>
          <a:xfrm>
            <a:off x="571500" y="2032000"/>
            <a:ext cx="3429000" cy="1778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5563A71-9C2D-3B17-2628-2CBFE50AFF80}"/>
              </a:ext>
            </a:extLst>
          </p:cNvPr>
          <p:cNvSpPr/>
          <p:nvPr/>
        </p:nvSpPr>
        <p:spPr>
          <a:xfrm>
            <a:off x="571500" y="2032000"/>
            <a:ext cx="3429000" cy="76200"/>
          </a:xfrm>
          <a:prstGeom prst="rect">
            <a:avLst/>
          </a:prstGeom>
          <a:solidFill>
            <a:srgbClr val="E67E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3650EEB-ECCA-3D3A-602C-BEA94F41F443}"/>
              </a:ext>
            </a:extLst>
          </p:cNvPr>
          <p:cNvSpPr txBox="1"/>
          <p:nvPr/>
        </p:nvSpPr>
        <p:spPr>
          <a:xfrm>
            <a:off x="673100" y="2730500"/>
            <a:ext cx="322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600" b="1">
                <a:solidFill>
                  <a:srgbClr val="E67E22"/>
                </a:solidFill>
                <a:latin typeface="Microsoft YaHei" panose="020B0503020204020204" pitchFamily="34" charset="-122"/>
              </a:rPr>
              <a:t>buy</a:t>
            </a:r>
            <a:endParaRPr lang="zh-CN" altLang="en-US" sz="2600" b="1">
              <a:solidFill>
                <a:srgbClr val="E67E22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B88D295-84EA-0176-CA47-E92FADF11D54}"/>
              </a:ext>
            </a:extLst>
          </p:cNvPr>
          <p:cNvSpPr txBox="1"/>
          <p:nvPr/>
        </p:nvSpPr>
        <p:spPr>
          <a:xfrm>
            <a:off x="673100" y="3365500"/>
            <a:ext cx="32258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(</a:t>
            </a:r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买</a:t>
            </a:r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)</a:t>
            </a:r>
            <a:endParaRPr lang="zh-CN" altLang="en-US" sz="1400">
              <a:solidFill>
                <a:srgbClr val="7F8C8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B81E8EBD-D3E7-7B3F-E563-D8D60651685D}"/>
              </a:ext>
            </a:extLst>
          </p:cNvPr>
          <p:cNvSpPr/>
          <p:nvPr/>
        </p:nvSpPr>
        <p:spPr>
          <a:xfrm>
            <a:off x="4381500" y="2032000"/>
            <a:ext cx="3429000" cy="1778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177A0B6-BBCE-0290-374B-B850140CAEE2}"/>
              </a:ext>
            </a:extLst>
          </p:cNvPr>
          <p:cNvSpPr/>
          <p:nvPr/>
        </p:nvSpPr>
        <p:spPr>
          <a:xfrm>
            <a:off x="4381500" y="2032000"/>
            <a:ext cx="3429000" cy="76200"/>
          </a:xfrm>
          <a:prstGeom prst="rect">
            <a:avLst/>
          </a:prstGeom>
          <a:solidFill>
            <a:srgbClr val="E67E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5446B24-DF94-27A3-63E5-E1562FAF4E1F}"/>
              </a:ext>
            </a:extLst>
          </p:cNvPr>
          <p:cNvSpPr txBox="1"/>
          <p:nvPr/>
        </p:nvSpPr>
        <p:spPr>
          <a:xfrm>
            <a:off x="4483100" y="2730500"/>
            <a:ext cx="322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600" b="1">
                <a:solidFill>
                  <a:srgbClr val="E67E22"/>
                </a:solidFill>
                <a:latin typeface="Microsoft YaHei" panose="020B0503020204020204" pitchFamily="34" charset="-122"/>
              </a:rPr>
              <a:t>shop</a:t>
            </a:r>
            <a:endParaRPr lang="zh-CN" altLang="en-US" sz="2600" b="1">
              <a:solidFill>
                <a:srgbClr val="E67E22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6BD60AD-3A1A-C59A-B52E-5C63A067E2E8}"/>
              </a:ext>
            </a:extLst>
          </p:cNvPr>
          <p:cNvSpPr txBox="1"/>
          <p:nvPr/>
        </p:nvSpPr>
        <p:spPr>
          <a:xfrm>
            <a:off x="4483100" y="3365500"/>
            <a:ext cx="32258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(</a:t>
            </a:r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商店</a:t>
            </a:r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)</a:t>
            </a:r>
            <a:endParaRPr lang="zh-CN" altLang="en-US" sz="1400">
              <a:solidFill>
                <a:srgbClr val="7F8C8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6819A1A0-8DDC-546D-0B31-49803B3D73D8}"/>
              </a:ext>
            </a:extLst>
          </p:cNvPr>
          <p:cNvSpPr/>
          <p:nvPr/>
        </p:nvSpPr>
        <p:spPr>
          <a:xfrm>
            <a:off x="8191500" y="2032000"/>
            <a:ext cx="3429000" cy="1778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764395C-C6A5-84A9-2FA7-46494D7A9552}"/>
              </a:ext>
            </a:extLst>
          </p:cNvPr>
          <p:cNvSpPr/>
          <p:nvPr/>
        </p:nvSpPr>
        <p:spPr>
          <a:xfrm>
            <a:off x="8191500" y="2032000"/>
            <a:ext cx="3429000" cy="76200"/>
          </a:xfrm>
          <a:prstGeom prst="rect">
            <a:avLst/>
          </a:prstGeom>
          <a:solidFill>
            <a:srgbClr val="E67E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C68D66B-6A6A-1CBB-C547-E0795928A83F}"/>
              </a:ext>
            </a:extLst>
          </p:cNvPr>
          <p:cNvSpPr txBox="1"/>
          <p:nvPr/>
        </p:nvSpPr>
        <p:spPr>
          <a:xfrm>
            <a:off x="8293100" y="2730500"/>
            <a:ext cx="322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600" b="1">
                <a:solidFill>
                  <a:srgbClr val="E67E22"/>
                </a:solidFill>
                <a:latin typeface="Microsoft YaHei" panose="020B0503020204020204" pitchFamily="34" charset="-122"/>
              </a:rPr>
              <a:t>want</a:t>
            </a:r>
            <a:endParaRPr lang="zh-CN" altLang="en-US" sz="2600" b="1">
              <a:solidFill>
                <a:srgbClr val="E67E22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178646E-61F7-E01E-3189-39639E594AB1}"/>
              </a:ext>
            </a:extLst>
          </p:cNvPr>
          <p:cNvSpPr txBox="1"/>
          <p:nvPr/>
        </p:nvSpPr>
        <p:spPr>
          <a:xfrm>
            <a:off x="8293100" y="3365500"/>
            <a:ext cx="32258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(</a:t>
            </a:r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想要</a:t>
            </a:r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)</a:t>
            </a:r>
            <a:endParaRPr lang="zh-CN" altLang="en-US" sz="1400">
              <a:solidFill>
                <a:srgbClr val="7F8C8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4414D3F6-B47E-C614-E35E-F7384DC0D0B8}"/>
              </a:ext>
            </a:extLst>
          </p:cNvPr>
          <p:cNvSpPr/>
          <p:nvPr/>
        </p:nvSpPr>
        <p:spPr>
          <a:xfrm>
            <a:off x="571500" y="4064000"/>
            <a:ext cx="3429000" cy="1778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18C993C-C143-8836-F121-B4895A9D6812}"/>
              </a:ext>
            </a:extLst>
          </p:cNvPr>
          <p:cNvSpPr/>
          <p:nvPr/>
        </p:nvSpPr>
        <p:spPr>
          <a:xfrm>
            <a:off x="571500" y="4064000"/>
            <a:ext cx="3429000" cy="76200"/>
          </a:xfrm>
          <a:prstGeom prst="rect">
            <a:avLst/>
          </a:prstGeom>
          <a:solidFill>
            <a:srgbClr val="E67E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CA5EBAF-405C-627D-58A9-E35321EDECCB}"/>
              </a:ext>
            </a:extLst>
          </p:cNvPr>
          <p:cNvSpPr txBox="1"/>
          <p:nvPr/>
        </p:nvSpPr>
        <p:spPr>
          <a:xfrm>
            <a:off x="673100" y="4762500"/>
            <a:ext cx="322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600" b="1">
                <a:solidFill>
                  <a:srgbClr val="E67E22"/>
                </a:solidFill>
                <a:latin typeface="Microsoft YaHei" panose="020B0503020204020204" pitchFamily="34" charset="-122"/>
              </a:rPr>
              <a:t>take</a:t>
            </a:r>
            <a:endParaRPr lang="zh-CN" altLang="en-US" sz="2600" b="1">
              <a:solidFill>
                <a:srgbClr val="E67E22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3A7F6C7-B622-0453-E1FD-F6E89B4AA5F5}"/>
              </a:ext>
            </a:extLst>
          </p:cNvPr>
          <p:cNvSpPr txBox="1"/>
          <p:nvPr/>
        </p:nvSpPr>
        <p:spPr>
          <a:xfrm>
            <a:off x="673100" y="5397500"/>
            <a:ext cx="32258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(</a:t>
            </a:r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买下</a:t>
            </a:r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)</a:t>
            </a:r>
            <a:endParaRPr lang="zh-CN" altLang="en-US" sz="1400">
              <a:solidFill>
                <a:srgbClr val="7F8C8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06853A2A-B2E9-5570-4C9F-F8B8A878CD17}"/>
              </a:ext>
            </a:extLst>
          </p:cNvPr>
          <p:cNvSpPr/>
          <p:nvPr/>
        </p:nvSpPr>
        <p:spPr>
          <a:xfrm>
            <a:off x="4381500" y="4064000"/>
            <a:ext cx="3429000" cy="1778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FB30331-A6BB-DE08-2DCC-31BC6DE40E02}"/>
              </a:ext>
            </a:extLst>
          </p:cNvPr>
          <p:cNvSpPr/>
          <p:nvPr/>
        </p:nvSpPr>
        <p:spPr>
          <a:xfrm>
            <a:off x="4381500" y="4064000"/>
            <a:ext cx="3429000" cy="76200"/>
          </a:xfrm>
          <a:prstGeom prst="rect">
            <a:avLst/>
          </a:prstGeom>
          <a:solidFill>
            <a:srgbClr val="E67E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50CD8A2-7534-B97A-4E54-BC44BAD516F2}"/>
              </a:ext>
            </a:extLst>
          </p:cNvPr>
          <p:cNvSpPr txBox="1"/>
          <p:nvPr/>
        </p:nvSpPr>
        <p:spPr>
          <a:xfrm>
            <a:off x="4483100" y="4762500"/>
            <a:ext cx="322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600" b="1">
                <a:solidFill>
                  <a:srgbClr val="E67E22"/>
                </a:solidFill>
                <a:latin typeface="Microsoft YaHei" panose="020B0503020204020204" pitchFamily="34" charset="-122"/>
              </a:rPr>
              <a:t>cheap</a:t>
            </a:r>
            <a:endParaRPr lang="zh-CN" altLang="en-US" sz="2600" b="1">
              <a:solidFill>
                <a:srgbClr val="E67E22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AAA20B2-84D9-7B87-BAE6-DE7AF1AEBC87}"/>
              </a:ext>
            </a:extLst>
          </p:cNvPr>
          <p:cNvSpPr txBox="1"/>
          <p:nvPr/>
        </p:nvSpPr>
        <p:spPr>
          <a:xfrm>
            <a:off x="4483100" y="5397500"/>
            <a:ext cx="32258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(</a:t>
            </a:r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便宜的</a:t>
            </a:r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)</a:t>
            </a:r>
            <a:endParaRPr lang="zh-CN" altLang="en-US" sz="1400">
              <a:solidFill>
                <a:srgbClr val="7F8C8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FDE204A0-26AA-0EA4-B2B4-104C640290FC}"/>
              </a:ext>
            </a:extLst>
          </p:cNvPr>
          <p:cNvSpPr/>
          <p:nvPr/>
        </p:nvSpPr>
        <p:spPr>
          <a:xfrm>
            <a:off x="8191500" y="4064000"/>
            <a:ext cx="3429000" cy="1778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DB2B8EA-5FEC-46B1-FD5D-19C1CBC5D8B4}"/>
              </a:ext>
            </a:extLst>
          </p:cNvPr>
          <p:cNvSpPr/>
          <p:nvPr/>
        </p:nvSpPr>
        <p:spPr>
          <a:xfrm>
            <a:off x="8191500" y="4064000"/>
            <a:ext cx="3429000" cy="76200"/>
          </a:xfrm>
          <a:prstGeom prst="rect">
            <a:avLst/>
          </a:prstGeom>
          <a:solidFill>
            <a:srgbClr val="E67E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4671A7FE-0419-FA9C-575E-D07F08967713}"/>
              </a:ext>
            </a:extLst>
          </p:cNvPr>
          <p:cNvSpPr txBox="1"/>
          <p:nvPr/>
        </p:nvSpPr>
        <p:spPr>
          <a:xfrm>
            <a:off x="8293100" y="4762500"/>
            <a:ext cx="322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600" b="1">
                <a:solidFill>
                  <a:srgbClr val="E67E22"/>
                </a:solidFill>
                <a:latin typeface="Microsoft YaHei" panose="020B0503020204020204" pitchFamily="34" charset="-122"/>
              </a:rPr>
              <a:t>expensive</a:t>
            </a:r>
            <a:endParaRPr lang="zh-CN" altLang="en-US" sz="2600" b="1">
              <a:solidFill>
                <a:srgbClr val="E67E22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5FE0403-B2F8-604A-29C8-6A9CE515D5B0}"/>
              </a:ext>
            </a:extLst>
          </p:cNvPr>
          <p:cNvSpPr txBox="1"/>
          <p:nvPr/>
        </p:nvSpPr>
        <p:spPr>
          <a:xfrm>
            <a:off x="8293100" y="5397500"/>
            <a:ext cx="32258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(</a:t>
            </a:r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贵的</a:t>
            </a:r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)</a:t>
            </a:r>
            <a:endParaRPr lang="zh-CN" altLang="en-US" sz="1400">
              <a:solidFill>
                <a:srgbClr val="7F8C8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5-Point Star 27"/>
          <p:cNvSpPr/>
          <p:nvPr/>
        </p:nvSpPr>
        <p:spPr>
          <a:xfrm rot="8340000">
            <a:off x="318306" y="2348859"/>
            <a:ext cx="200000" cy="200000"/>
          </a:xfrm>
          <a:prstGeom prst="star5">
            <a:avLst/>
          </a:prstGeom>
          <a:solidFill>
            <a:srgbClr val="4FC3F7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5-Point Star 28"/>
          <p:cNvSpPr/>
          <p:nvPr/>
        </p:nvSpPr>
        <p:spPr>
          <a:xfrm rot="14880000">
            <a:off x="301037" y="3881765"/>
            <a:ext cx="200000" cy="200000"/>
          </a:xfrm>
          <a:prstGeom prst="star5">
            <a:avLst/>
          </a:prstGeom>
          <a:solidFill>
            <a:srgbClr val="FF6B6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5-Point Star 29"/>
          <p:cNvSpPr/>
          <p:nvPr/>
        </p:nvSpPr>
        <p:spPr>
          <a:xfrm rot="11820000">
            <a:off x="351584" y="3354022"/>
            <a:ext cx="200000" cy="200000"/>
          </a:xfrm>
          <a:prstGeom prst="star5">
            <a:avLst/>
          </a:prstGeom>
          <a:solidFill>
            <a:srgbClr val="4FC3F7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30311" y="1748335"/>
            <a:ext cx="120222" cy="120222"/>
          </a:xfrm>
          <a:prstGeom prst="ellipse">
            <a:avLst/>
          </a:prstGeom>
          <a:solidFill>
            <a:srgbClr val="FFE0B2">
              <a:alpha val="3371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261512" y="2115361"/>
            <a:ext cx="129618" cy="129618"/>
          </a:xfrm>
          <a:prstGeom prst="ellipse">
            <a:avLst/>
          </a:prstGeom>
          <a:solidFill>
            <a:srgbClr val="C8E6C9">
              <a:alpha val="3174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019735" y="3956287"/>
            <a:ext cx="131291" cy="131291"/>
          </a:xfrm>
          <a:prstGeom prst="ellipse">
            <a:avLst/>
          </a:prstGeom>
          <a:solidFill>
            <a:srgbClr val="E1BEE7">
              <a:alpha val="2446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061964" y="1562283"/>
            <a:ext cx="123171" cy="123171"/>
          </a:xfrm>
          <a:prstGeom prst="ellipse">
            <a:avLst/>
          </a:prstGeom>
          <a:solidFill>
            <a:srgbClr val="E1BEE7">
              <a:alpha val="2760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790032" y="336613"/>
            <a:ext cx="131545" cy="131545"/>
          </a:xfrm>
          <a:prstGeom prst="ellipse">
            <a:avLst/>
          </a:prstGeom>
          <a:solidFill>
            <a:srgbClr val="B2EBF2">
              <a:alpha val="1690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512936" y="6197273"/>
            <a:ext cx="114725" cy="114725"/>
          </a:xfrm>
          <a:prstGeom prst="ellipse">
            <a:avLst/>
          </a:prstGeom>
          <a:solidFill>
            <a:srgbClr val="B3E5FC">
              <a:alpha val="338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512144160"/>
      </p:ext>
    </p:extLst>
    <p:bg>
      <p:bgPr>
        <a:gradFill>
          <a:lin ang="3600000" scaled="1"/>
          <a:gsLst>
            <a:gs pos="0">
              <a:srgbClr val="FEF9E7"/>
            </a:gs>
            <a:gs pos="30000">
              <a:srgbClr val="FDEBD0"/>
            </a:gs>
            <a:gs pos="70000">
              <a:srgbClr val="D6EAF8"/>
            </a:gs>
            <a:gs pos="100000">
              <a:srgbClr val="E8DAEF"/>
            </a:gs>
          </a:gsLst>
        </a:gradFill>
        <a:effectLst/>
      </p:bgPr>
    </p:bg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AB69D34-6F51-8B57-09AA-EF9BA5B511FF}"/>
              </a:ext>
            </a:extLst>
          </p:cNvPr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E67E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88D46B2-DE2B-D8C1-A272-AFE140B514B5}"/>
              </a:ext>
            </a:extLst>
          </p:cNvPr>
          <p:cNvSpPr txBox="1"/>
          <p:nvPr/>
        </p:nvSpPr>
        <p:spPr>
          <a:xfrm>
            <a:off x="190500" y="127000"/>
            <a:ext cx="762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2800" b="1">
                <a:solidFill>
                  <a:srgbClr val="FFFFFF"/>
                </a:solidFill>
                <a:latin typeface="Microsoft YaHei" panose="020B0503020204020204" pitchFamily="34" charset="-122"/>
              </a:rPr>
              <a:t>📍 问路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F7271EE5-1CB5-1C62-AF6D-DD5DC4516411}"/>
              </a:ext>
            </a:extLst>
          </p:cNvPr>
          <p:cNvSpPr/>
          <p:nvPr/>
        </p:nvSpPr>
        <p:spPr>
          <a:xfrm>
            <a:off x="571500" y="2032000"/>
            <a:ext cx="3429000" cy="1778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34CB35C-C88B-1496-9918-AE788AE0089B}"/>
              </a:ext>
            </a:extLst>
          </p:cNvPr>
          <p:cNvSpPr/>
          <p:nvPr/>
        </p:nvSpPr>
        <p:spPr>
          <a:xfrm>
            <a:off x="571500" y="2032000"/>
            <a:ext cx="3429000" cy="76200"/>
          </a:xfrm>
          <a:prstGeom prst="rect">
            <a:avLst/>
          </a:prstGeom>
          <a:solidFill>
            <a:srgbClr val="E67E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2E265D5-A20B-2E16-6001-8AC6198C8E00}"/>
              </a:ext>
            </a:extLst>
          </p:cNvPr>
          <p:cNvSpPr txBox="1"/>
          <p:nvPr/>
        </p:nvSpPr>
        <p:spPr>
          <a:xfrm>
            <a:off x="673100" y="2730500"/>
            <a:ext cx="322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600" b="1">
                <a:solidFill>
                  <a:srgbClr val="E67E22"/>
                </a:solidFill>
                <a:latin typeface="Microsoft YaHei" panose="020B0503020204020204" pitchFamily="34" charset="-122"/>
              </a:rPr>
              <a:t>where</a:t>
            </a:r>
            <a:endParaRPr lang="zh-CN" altLang="en-US" sz="2600" b="1">
              <a:solidFill>
                <a:srgbClr val="E67E22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07A6C02-5217-7C4D-EED6-12C5554AAE29}"/>
              </a:ext>
            </a:extLst>
          </p:cNvPr>
          <p:cNvSpPr txBox="1"/>
          <p:nvPr/>
        </p:nvSpPr>
        <p:spPr>
          <a:xfrm>
            <a:off x="673100" y="3365500"/>
            <a:ext cx="32258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(</a:t>
            </a:r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哪里</a:t>
            </a:r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)</a:t>
            </a:r>
            <a:endParaRPr lang="zh-CN" altLang="en-US" sz="1400">
              <a:solidFill>
                <a:srgbClr val="7F8C8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283C2191-B784-97A2-442D-8B97FC08670F}"/>
              </a:ext>
            </a:extLst>
          </p:cNvPr>
          <p:cNvSpPr/>
          <p:nvPr/>
        </p:nvSpPr>
        <p:spPr>
          <a:xfrm>
            <a:off x="4381500" y="2032000"/>
            <a:ext cx="3429000" cy="1778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9EE3AE2-48E8-57E2-FBFD-A61BB3BA05DA}"/>
              </a:ext>
            </a:extLst>
          </p:cNvPr>
          <p:cNvSpPr/>
          <p:nvPr/>
        </p:nvSpPr>
        <p:spPr>
          <a:xfrm>
            <a:off x="4381500" y="2032000"/>
            <a:ext cx="3429000" cy="76200"/>
          </a:xfrm>
          <a:prstGeom prst="rect">
            <a:avLst/>
          </a:prstGeom>
          <a:solidFill>
            <a:srgbClr val="E67E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8661AE9-C367-DA4E-1B07-4FD9E449097C}"/>
              </a:ext>
            </a:extLst>
          </p:cNvPr>
          <p:cNvSpPr txBox="1"/>
          <p:nvPr/>
        </p:nvSpPr>
        <p:spPr>
          <a:xfrm>
            <a:off x="4483100" y="2730500"/>
            <a:ext cx="322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600" b="1">
                <a:solidFill>
                  <a:srgbClr val="E67E22"/>
                </a:solidFill>
                <a:latin typeface="Microsoft YaHei" panose="020B0503020204020204" pitchFamily="34" charset="-122"/>
              </a:rPr>
              <a:t>left</a:t>
            </a:r>
            <a:endParaRPr lang="zh-CN" altLang="en-US" sz="2600" b="1">
              <a:solidFill>
                <a:srgbClr val="E67E22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D29BC05-C8CC-86BC-7061-E79FF8CE07DF}"/>
              </a:ext>
            </a:extLst>
          </p:cNvPr>
          <p:cNvSpPr txBox="1"/>
          <p:nvPr/>
        </p:nvSpPr>
        <p:spPr>
          <a:xfrm>
            <a:off x="4483100" y="3365500"/>
            <a:ext cx="32258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(</a:t>
            </a:r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左</a:t>
            </a:r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)</a:t>
            </a:r>
            <a:endParaRPr lang="zh-CN" altLang="en-US" sz="1400">
              <a:solidFill>
                <a:srgbClr val="7F8C8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DAFBB92E-5D0D-B506-DAA2-222F920EB2A9}"/>
              </a:ext>
            </a:extLst>
          </p:cNvPr>
          <p:cNvSpPr/>
          <p:nvPr/>
        </p:nvSpPr>
        <p:spPr>
          <a:xfrm>
            <a:off x="8191500" y="2032000"/>
            <a:ext cx="3429000" cy="1778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8FCC092-760A-E7C2-99CF-DE4E3382D496}"/>
              </a:ext>
            </a:extLst>
          </p:cNvPr>
          <p:cNvSpPr/>
          <p:nvPr/>
        </p:nvSpPr>
        <p:spPr>
          <a:xfrm>
            <a:off x="8191500" y="2032000"/>
            <a:ext cx="3429000" cy="76200"/>
          </a:xfrm>
          <a:prstGeom prst="rect">
            <a:avLst/>
          </a:prstGeom>
          <a:solidFill>
            <a:srgbClr val="E67E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E522531-1D52-FF8E-7D34-77A790E0AE0A}"/>
              </a:ext>
            </a:extLst>
          </p:cNvPr>
          <p:cNvSpPr txBox="1"/>
          <p:nvPr/>
        </p:nvSpPr>
        <p:spPr>
          <a:xfrm>
            <a:off x="8293100" y="2730500"/>
            <a:ext cx="322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600" b="1">
                <a:solidFill>
                  <a:srgbClr val="E67E22"/>
                </a:solidFill>
                <a:latin typeface="Microsoft YaHei" panose="020B0503020204020204" pitchFamily="34" charset="-122"/>
              </a:rPr>
              <a:t>right</a:t>
            </a:r>
            <a:endParaRPr lang="zh-CN" altLang="en-US" sz="2600" b="1">
              <a:solidFill>
                <a:srgbClr val="E67E22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C31A412-B04B-B26F-1C54-C78F7EB68A5D}"/>
              </a:ext>
            </a:extLst>
          </p:cNvPr>
          <p:cNvSpPr txBox="1"/>
          <p:nvPr/>
        </p:nvSpPr>
        <p:spPr>
          <a:xfrm>
            <a:off x="8293100" y="3365500"/>
            <a:ext cx="32258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(</a:t>
            </a:r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右</a:t>
            </a:r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)</a:t>
            </a:r>
            <a:endParaRPr lang="zh-CN" altLang="en-US" sz="1400">
              <a:solidFill>
                <a:srgbClr val="7F8C8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A61FA7E9-F0A0-519C-5F05-4EEF90747782}"/>
              </a:ext>
            </a:extLst>
          </p:cNvPr>
          <p:cNvSpPr/>
          <p:nvPr/>
        </p:nvSpPr>
        <p:spPr>
          <a:xfrm>
            <a:off x="571500" y="4064000"/>
            <a:ext cx="3429000" cy="1778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304A91B-CB17-5564-90F1-DA8888EC1F92}"/>
              </a:ext>
            </a:extLst>
          </p:cNvPr>
          <p:cNvSpPr/>
          <p:nvPr/>
        </p:nvSpPr>
        <p:spPr>
          <a:xfrm>
            <a:off x="571500" y="4064000"/>
            <a:ext cx="3429000" cy="76200"/>
          </a:xfrm>
          <a:prstGeom prst="rect">
            <a:avLst/>
          </a:prstGeom>
          <a:solidFill>
            <a:srgbClr val="E67E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5C0F29C-EA38-7395-E479-96442BF0FF71}"/>
              </a:ext>
            </a:extLst>
          </p:cNvPr>
          <p:cNvSpPr txBox="1"/>
          <p:nvPr/>
        </p:nvSpPr>
        <p:spPr>
          <a:xfrm>
            <a:off x="673100" y="4762500"/>
            <a:ext cx="322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600" b="1">
                <a:solidFill>
                  <a:srgbClr val="E67E22"/>
                </a:solidFill>
                <a:latin typeface="Microsoft YaHei" panose="020B0503020204020204" pitchFamily="34" charset="-122"/>
              </a:rPr>
              <a:t>straight</a:t>
            </a:r>
            <a:endParaRPr lang="zh-CN" altLang="en-US" sz="2600" b="1">
              <a:solidFill>
                <a:srgbClr val="E67E22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615265C-7999-50C8-3553-301209A1BA0A}"/>
              </a:ext>
            </a:extLst>
          </p:cNvPr>
          <p:cNvSpPr txBox="1"/>
          <p:nvPr/>
        </p:nvSpPr>
        <p:spPr>
          <a:xfrm>
            <a:off x="673100" y="5397500"/>
            <a:ext cx="32258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(</a:t>
            </a:r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直走</a:t>
            </a:r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)</a:t>
            </a:r>
            <a:endParaRPr lang="zh-CN" altLang="en-US" sz="1400">
              <a:solidFill>
                <a:srgbClr val="7F8C8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EACC4901-C3B2-789B-FA2C-A90263CD5684}"/>
              </a:ext>
            </a:extLst>
          </p:cNvPr>
          <p:cNvSpPr/>
          <p:nvPr/>
        </p:nvSpPr>
        <p:spPr>
          <a:xfrm>
            <a:off x="4381500" y="4064000"/>
            <a:ext cx="3429000" cy="1778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292311E-EF08-86F3-6503-65F1814879B5}"/>
              </a:ext>
            </a:extLst>
          </p:cNvPr>
          <p:cNvSpPr/>
          <p:nvPr/>
        </p:nvSpPr>
        <p:spPr>
          <a:xfrm>
            <a:off x="4381500" y="4064000"/>
            <a:ext cx="3429000" cy="76200"/>
          </a:xfrm>
          <a:prstGeom prst="rect">
            <a:avLst/>
          </a:prstGeom>
          <a:solidFill>
            <a:srgbClr val="E67E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6AC6659-7CC4-EE74-8F3C-1FE05464C709}"/>
              </a:ext>
            </a:extLst>
          </p:cNvPr>
          <p:cNvSpPr txBox="1"/>
          <p:nvPr/>
        </p:nvSpPr>
        <p:spPr>
          <a:xfrm>
            <a:off x="4483100" y="4762500"/>
            <a:ext cx="322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600" b="1">
                <a:solidFill>
                  <a:srgbClr val="E67E22"/>
                </a:solidFill>
                <a:latin typeface="Microsoft YaHei" panose="020B0503020204020204" pitchFamily="34" charset="-122"/>
              </a:rPr>
              <a:t>turn</a:t>
            </a:r>
            <a:endParaRPr lang="zh-CN" altLang="en-US" sz="2600" b="1">
              <a:solidFill>
                <a:srgbClr val="E67E22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F170E01-96C2-4BB8-1AD3-1CDD51D6CFE8}"/>
              </a:ext>
            </a:extLst>
          </p:cNvPr>
          <p:cNvSpPr txBox="1"/>
          <p:nvPr/>
        </p:nvSpPr>
        <p:spPr>
          <a:xfrm>
            <a:off x="4483100" y="5397500"/>
            <a:ext cx="32258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(</a:t>
            </a:r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拐弯</a:t>
            </a:r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)</a:t>
            </a:r>
            <a:endParaRPr lang="zh-CN" altLang="en-US" sz="1400">
              <a:solidFill>
                <a:srgbClr val="7F8C8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CCE42271-BD83-6917-C8F3-7223DF2C070C}"/>
              </a:ext>
            </a:extLst>
          </p:cNvPr>
          <p:cNvSpPr/>
          <p:nvPr/>
        </p:nvSpPr>
        <p:spPr>
          <a:xfrm>
            <a:off x="8191500" y="4064000"/>
            <a:ext cx="3429000" cy="1778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718A04D-4C86-3BAE-C611-24B2725CE6A6}"/>
              </a:ext>
            </a:extLst>
          </p:cNvPr>
          <p:cNvSpPr/>
          <p:nvPr/>
        </p:nvSpPr>
        <p:spPr>
          <a:xfrm>
            <a:off x="8191500" y="4064000"/>
            <a:ext cx="3429000" cy="76200"/>
          </a:xfrm>
          <a:prstGeom prst="rect">
            <a:avLst/>
          </a:prstGeom>
          <a:solidFill>
            <a:srgbClr val="E67E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3FC1D1AF-012A-5F37-CB15-2D6ABCE9B36D}"/>
              </a:ext>
            </a:extLst>
          </p:cNvPr>
          <p:cNvSpPr txBox="1"/>
          <p:nvPr/>
        </p:nvSpPr>
        <p:spPr>
          <a:xfrm>
            <a:off x="8293100" y="4762500"/>
            <a:ext cx="322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600" b="1">
                <a:solidFill>
                  <a:srgbClr val="E67E22"/>
                </a:solidFill>
                <a:latin typeface="Microsoft YaHei" panose="020B0503020204020204" pitchFamily="34" charset="-122"/>
              </a:rPr>
              <a:t>near</a:t>
            </a:r>
            <a:endParaRPr lang="zh-CN" altLang="en-US" sz="2600" b="1">
              <a:solidFill>
                <a:srgbClr val="E67E22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FD7205A-4433-5D8D-C010-BD9252823DA9}"/>
              </a:ext>
            </a:extLst>
          </p:cNvPr>
          <p:cNvSpPr txBox="1"/>
          <p:nvPr/>
        </p:nvSpPr>
        <p:spPr>
          <a:xfrm>
            <a:off x="8293100" y="5397500"/>
            <a:ext cx="32258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(</a:t>
            </a:r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附近</a:t>
            </a:r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)</a:t>
            </a:r>
            <a:endParaRPr lang="zh-CN" altLang="en-US" sz="1400">
              <a:solidFill>
                <a:srgbClr val="7F8C8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5-Point Star 27"/>
          <p:cNvSpPr/>
          <p:nvPr/>
        </p:nvSpPr>
        <p:spPr>
          <a:xfrm rot="13560000">
            <a:off x="480156" y="2245827"/>
            <a:ext cx="200000" cy="200000"/>
          </a:xfrm>
          <a:prstGeom prst="star5">
            <a:avLst/>
          </a:prstGeom>
          <a:solidFill>
            <a:srgbClr val="FFD700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5-Point Star 28"/>
          <p:cNvSpPr/>
          <p:nvPr/>
        </p:nvSpPr>
        <p:spPr>
          <a:xfrm rot="3660000">
            <a:off x="11711754" y="4187669"/>
            <a:ext cx="200000" cy="200000"/>
          </a:xfrm>
          <a:prstGeom prst="star5">
            <a:avLst/>
          </a:prstGeom>
          <a:solidFill>
            <a:srgbClr val="81C784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5-Point Star 29"/>
          <p:cNvSpPr/>
          <p:nvPr/>
        </p:nvSpPr>
        <p:spPr>
          <a:xfrm rot="12780000">
            <a:off x="11714520" y="5719765"/>
            <a:ext cx="200000" cy="200000"/>
          </a:xfrm>
          <a:prstGeom prst="star5">
            <a:avLst/>
          </a:prstGeom>
          <a:solidFill>
            <a:srgbClr val="CE93D8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570906" y="4426150"/>
            <a:ext cx="139105" cy="139105"/>
          </a:xfrm>
          <a:prstGeom prst="ellipse">
            <a:avLst/>
          </a:prstGeom>
          <a:solidFill>
            <a:srgbClr val="FFE0B2">
              <a:alpha val="2142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838893" y="1464595"/>
            <a:ext cx="65785" cy="65785"/>
          </a:xfrm>
          <a:prstGeom prst="ellipse">
            <a:avLst/>
          </a:prstGeom>
          <a:solidFill>
            <a:srgbClr val="B2EBF2">
              <a:alpha val="2720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647174" y="6557612"/>
            <a:ext cx="91554" cy="91554"/>
          </a:xfrm>
          <a:prstGeom prst="ellipse">
            <a:avLst/>
          </a:prstGeom>
          <a:solidFill>
            <a:srgbClr val="FFF9C4">
              <a:alpha val="2122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707333" y="2490721"/>
            <a:ext cx="63240" cy="63240"/>
          </a:xfrm>
          <a:prstGeom prst="ellipse">
            <a:avLst/>
          </a:prstGeom>
          <a:solidFill>
            <a:srgbClr val="FFE0B2">
              <a:alpha val="1546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068938" y="769176"/>
            <a:ext cx="126137" cy="126137"/>
          </a:xfrm>
          <a:prstGeom prst="ellipse">
            <a:avLst/>
          </a:prstGeom>
          <a:solidFill>
            <a:srgbClr val="B3E5FC">
              <a:alpha val="1759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1171601" y="4200006"/>
            <a:ext cx="124347" cy="124347"/>
          </a:xfrm>
          <a:prstGeom prst="ellipse">
            <a:avLst/>
          </a:prstGeom>
          <a:solidFill>
            <a:srgbClr val="FFCDD2">
              <a:alpha val="2051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72047941"/>
      </p:ext>
    </p:extLst>
    <p:bg>
      <p:bgPr>
        <a:gradFill>
          <a:lin ang="3600000" scaled="1"/>
          <a:gsLst>
            <a:gs pos="0">
              <a:srgbClr val="FEF9E7"/>
            </a:gs>
            <a:gs pos="30000">
              <a:srgbClr val="FDEBD0"/>
            </a:gs>
            <a:gs pos="70000">
              <a:srgbClr val="D6EAF8"/>
            </a:gs>
            <a:gs pos="100000">
              <a:srgbClr val="E8DAEF"/>
            </a:gs>
          </a:gsLst>
        </a:gradFill>
        <a:effectLst/>
      </p:bgPr>
    </p:bg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ADD70A0-9E53-0C7C-8B83-AA338FD29422}"/>
              </a:ext>
            </a:extLst>
          </p:cNvPr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E67E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09013AA-09B2-7933-5FEC-3901C3AE9DA0}"/>
              </a:ext>
            </a:extLst>
          </p:cNvPr>
          <p:cNvSpPr txBox="1"/>
          <p:nvPr/>
        </p:nvSpPr>
        <p:spPr>
          <a:xfrm>
            <a:off x="190500" y="127000"/>
            <a:ext cx="762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zh-CN" sz="2800" b="1">
                <a:solidFill>
                  <a:srgbClr val="FFFFFF"/>
                </a:solidFill>
                <a:latin typeface="Microsoft YaHei" panose="020B0503020204020204" pitchFamily="34" charset="-122"/>
              </a:rPr>
              <a:t>⏰ </a:t>
            </a:r>
            <a:r>
              <a:rPr lang="zh-CN" altLang="en-US" sz="2800" b="1">
                <a:solidFill>
                  <a:srgbClr val="FFFFFF"/>
                </a:solidFill>
                <a:latin typeface="Microsoft YaHei" panose="020B0503020204020204" pitchFamily="34" charset="-122"/>
              </a:rPr>
              <a:t>作息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5C49BD6C-34D2-908E-8663-6F3E605B125B}"/>
              </a:ext>
            </a:extLst>
          </p:cNvPr>
          <p:cNvSpPr/>
          <p:nvPr/>
        </p:nvSpPr>
        <p:spPr>
          <a:xfrm>
            <a:off x="571500" y="2032000"/>
            <a:ext cx="3429000" cy="1778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8CB1DAA-B876-7602-9836-0B0D0A85E9F2}"/>
              </a:ext>
            </a:extLst>
          </p:cNvPr>
          <p:cNvSpPr/>
          <p:nvPr/>
        </p:nvSpPr>
        <p:spPr>
          <a:xfrm>
            <a:off x="571500" y="2032000"/>
            <a:ext cx="3429000" cy="76200"/>
          </a:xfrm>
          <a:prstGeom prst="rect">
            <a:avLst/>
          </a:prstGeom>
          <a:solidFill>
            <a:srgbClr val="E67E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BB0E631-5293-1B9F-4D58-B5875EAA7C50}"/>
              </a:ext>
            </a:extLst>
          </p:cNvPr>
          <p:cNvSpPr txBox="1"/>
          <p:nvPr/>
        </p:nvSpPr>
        <p:spPr>
          <a:xfrm>
            <a:off x="673100" y="2730500"/>
            <a:ext cx="322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600" b="1">
                <a:solidFill>
                  <a:srgbClr val="E67E22"/>
                </a:solidFill>
                <a:latin typeface="Microsoft YaHei" panose="020B0503020204020204" pitchFamily="34" charset="-122"/>
              </a:rPr>
              <a:t>get up</a:t>
            </a:r>
            <a:endParaRPr lang="zh-CN" altLang="en-US" sz="2600" b="1">
              <a:solidFill>
                <a:srgbClr val="E67E22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7BD20D7-EAB5-203E-DD5B-E60DA4D160CF}"/>
              </a:ext>
            </a:extLst>
          </p:cNvPr>
          <p:cNvSpPr txBox="1"/>
          <p:nvPr/>
        </p:nvSpPr>
        <p:spPr>
          <a:xfrm>
            <a:off x="673100" y="3365500"/>
            <a:ext cx="32258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(</a:t>
            </a:r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起床</a:t>
            </a:r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)</a:t>
            </a:r>
            <a:endParaRPr lang="zh-CN" altLang="en-US" sz="1400">
              <a:solidFill>
                <a:srgbClr val="7F8C8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1CE15454-FF5F-B5B8-1CF2-29DD13C74BE1}"/>
              </a:ext>
            </a:extLst>
          </p:cNvPr>
          <p:cNvSpPr/>
          <p:nvPr/>
        </p:nvSpPr>
        <p:spPr>
          <a:xfrm>
            <a:off x="4381500" y="2032000"/>
            <a:ext cx="3429000" cy="1778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544D22C-33BE-1D75-BB85-61D53798AFFD}"/>
              </a:ext>
            </a:extLst>
          </p:cNvPr>
          <p:cNvSpPr/>
          <p:nvPr/>
        </p:nvSpPr>
        <p:spPr>
          <a:xfrm>
            <a:off x="4381500" y="2032000"/>
            <a:ext cx="3429000" cy="76200"/>
          </a:xfrm>
          <a:prstGeom prst="rect">
            <a:avLst/>
          </a:prstGeom>
          <a:solidFill>
            <a:srgbClr val="E67E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1E3CCC8-4238-1CA7-155A-AF176CC14904}"/>
              </a:ext>
            </a:extLst>
          </p:cNvPr>
          <p:cNvSpPr txBox="1"/>
          <p:nvPr/>
        </p:nvSpPr>
        <p:spPr>
          <a:xfrm>
            <a:off x="4483100" y="2730500"/>
            <a:ext cx="322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600" b="1">
                <a:solidFill>
                  <a:srgbClr val="E67E22"/>
                </a:solidFill>
                <a:latin typeface="Microsoft YaHei" panose="020B0503020204020204" pitchFamily="34" charset="-122"/>
              </a:rPr>
              <a:t>go home</a:t>
            </a:r>
            <a:endParaRPr lang="zh-CN" altLang="en-US" sz="2600" b="1">
              <a:solidFill>
                <a:srgbClr val="E67E22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22B6020-358D-DE1F-BFEF-93023F2D5D2F}"/>
              </a:ext>
            </a:extLst>
          </p:cNvPr>
          <p:cNvSpPr txBox="1"/>
          <p:nvPr/>
        </p:nvSpPr>
        <p:spPr>
          <a:xfrm>
            <a:off x="4483100" y="3365500"/>
            <a:ext cx="32258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(</a:t>
            </a:r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回家</a:t>
            </a:r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)</a:t>
            </a:r>
            <a:endParaRPr lang="zh-CN" altLang="en-US" sz="1400">
              <a:solidFill>
                <a:srgbClr val="7F8C8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F2344B49-73E1-45F7-D72F-478744FECA91}"/>
              </a:ext>
            </a:extLst>
          </p:cNvPr>
          <p:cNvSpPr/>
          <p:nvPr/>
        </p:nvSpPr>
        <p:spPr>
          <a:xfrm>
            <a:off x="8191500" y="2032000"/>
            <a:ext cx="3429000" cy="1778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0428168-0A24-013F-DA6C-E0D98B8B0047}"/>
              </a:ext>
            </a:extLst>
          </p:cNvPr>
          <p:cNvSpPr/>
          <p:nvPr/>
        </p:nvSpPr>
        <p:spPr>
          <a:xfrm>
            <a:off x="8191500" y="2032000"/>
            <a:ext cx="3429000" cy="76200"/>
          </a:xfrm>
          <a:prstGeom prst="rect">
            <a:avLst/>
          </a:prstGeom>
          <a:solidFill>
            <a:srgbClr val="E67E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DFA8FC3-4300-2204-1A67-6C5C701A5925}"/>
              </a:ext>
            </a:extLst>
          </p:cNvPr>
          <p:cNvSpPr txBox="1"/>
          <p:nvPr/>
        </p:nvSpPr>
        <p:spPr>
          <a:xfrm>
            <a:off x="8293100" y="2730500"/>
            <a:ext cx="322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600" b="1">
                <a:solidFill>
                  <a:srgbClr val="E67E22"/>
                </a:solidFill>
                <a:latin typeface="Microsoft YaHei" panose="020B0503020204020204" pitchFamily="34" charset="-122"/>
              </a:rPr>
              <a:t>have lunch</a:t>
            </a:r>
            <a:endParaRPr lang="zh-CN" altLang="en-US" sz="2600" b="1">
              <a:solidFill>
                <a:srgbClr val="E67E22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646D108-EFE1-52C9-61B3-B500B1C70448}"/>
              </a:ext>
            </a:extLst>
          </p:cNvPr>
          <p:cNvSpPr txBox="1"/>
          <p:nvPr/>
        </p:nvSpPr>
        <p:spPr>
          <a:xfrm>
            <a:off x="8293100" y="3365500"/>
            <a:ext cx="32258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(</a:t>
            </a:r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午饭</a:t>
            </a:r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)</a:t>
            </a:r>
            <a:endParaRPr lang="zh-CN" altLang="en-US" sz="1400">
              <a:solidFill>
                <a:srgbClr val="7F8C8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519DF3F3-8333-591B-F2B6-2791D939D810}"/>
              </a:ext>
            </a:extLst>
          </p:cNvPr>
          <p:cNvSpPr/>
          <p:nvPr/>
        </p:nvSpPr>
        <p:spPr>
          <a:xfrm>
            <a:off x="571500" y="4064000"/>
            <a:ext cx="3429000" cy="1778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188730B-574E-9EA2-A849-5A669433A941}"/>
              </a:ext>
            </a:extLst>
          </p:cNvPr>
          <p:cNvSpPr/>
          <p:nvPr/>
        </p:nvSpPr>
        <p:spPr>
          <a:xfrm>
            <a:off x="571500" y="4064000"/>
            <a:ext cx="3429000" cy="76200"/>
          </a:xfrm>
          <a:prstGeom prst="rect">
            <a:avLst/>
          </a:prstGeom>
          <a:solidFill>
            <a:srgbClr val="E67E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33DF8F5-C22D-C365-AF91-B172B746EC16}"/>
              </a:ext>
            </a:extLst>
          </p:cNvPr>
          <p:cNvSpPr txBox="1"/>
          <p:nvPr/>
        </p:nvSpPr>
        <p:spPr>
          <a:xfrm>
            <a:off x="673100" y="4762500"/>
            <a:ext cx="322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600" b="1">
                <a:solidFill>
                  <a:srgbClr val="E67E22"/>
                </a:solidFill>
                <a:latin typeface="Microsoft YaHei" panose="020B0503020204020204" pitchFamily="34" charset="-122"/>
              </a:rPr>
              <a:t>watch TV</a:t>
            </a:r>
            <a:endParaRPr lang="zh-CN" altLang="en-US" sz="2600" b="1">
              <a:solidFill>
                <a:srgbClr val="E67E22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E0AD853-304A-D2C9-2823-9FACD05A3294}"/>
              </a:ext>
            </a:extLst>
          </p:cNvPr>
          <p:cNvSpPr txBox="1"/>
          <p:nvPr/>
        </p:nvSpPr>
        <p:spPr>
          <a:xfrm>
            <a:off x="673100" y="5397500"/>
            <a:ext cx="32258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(</a:t>
            </a:r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看电视</a:t>
            </a:r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)</a:t>
            </a:r>
            <a:endParaRPr lang="zh-CN" altLang="en-US" sz="1400">
              <a:solidFill>
                <a:srgbClr val="7F8C8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FF222FA3-A723-7A0C-D5F7-0EB0B3A99F4C}"/>
              </a:ext>
            </a:extLst>
          </p:cNvPr>
          <p:cNvSpPr/>
          <p:nvPr/>
        </p:nvSpPr>
        <p:spPr>
          <a:xfrm>
            <a:off x="4381500" y="4064000"/>
            <a:ext cx="3429000" cy="1778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0564292-9C01-3507-9F32-EAA78A9DB031}"/>
              </a:ext>
            </a:extLst>
          </p:cNvPr>
          <p:cNvSpPr/>
          <p:nvPr/>
        </p:nvSpPr>
        <p:spPr>
          <a:xfrm>
            <a:off x="4381500" y="4064000"/>
            <a:ext cx="3429000" cy="76200"/>
          </a:xfrm>
          <a:prstGeom prst="rect">
            <a:avLst/>
          </a:prstGeom>
          <a:solidFill>
            <a:srgbClr val="E67E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8D20FA5-A17D-7FF2-B477-F646327658F8}"/>
              </a:ext>
            </a:extLst>
          </p:cNvPr>
          <p:cNvSpPr txBox="1"/>
          <p:nvPr/>
        </p:nvSpPr>
        <p:spPr>
          <a:xfrm>
            <a:off x="4483100" y="4762500"/>
            <a:ext cx="322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600" b="1">
                <a:solidFill>
                  <a:srgbClr val="E67E22"/>
                </a:solidFill>
                <a:latin typeface="Microsoft YaHei" panose="020B0503020204020204" pitchFamily="34" charset="-122"/>
              </a:rPr>
              <a:t>go to bed</a:t>
            </a:r>
            <a:endParaRPr lang="zh-CN" altLang="en-US" sz="2600" b="1">
              <a:solidFill>
                <a:srgbClr val="E67E22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CA0A9AF-0B97-E19A-ACB3-CB8C7CC213FF}"/>
              </a:ext>
            </a:extLst>
          </p:cNvPr>
          <p:cNvSpPr txBox="1"/>
          <p:nvPr/>
        </p:nvSpPr>
        <p:spPr>
          <a:xfrm>
            <a:off x="4483100" y="5397500"/>
            <a:ext cx="32258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(</a:t>
            </a:r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睡觉</a:t>
            </a:r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)</a:t>
            </a:r>
            <a:endParaRPr lang="zh-CN" altLang="en-US" sz="1400">
              <a:solidFill>
                <a:srgbClr val="7F8C8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E5BF1F15-EC9B-16F6-DA78-97A1BCD89EB8}"/>
              </a:ext>
            </a:extLst>
          </p:cNvPr>
          <p:cNvSpPr/>
          <p:nvPr/>
        </p:nvSpPr>
        <p:spPr>
          <a:xfrm>
            <a:off x="8191500" y="4064000"/>
            <a:ext cx="3429000" cy="1778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1D20455-21A1-FD78-A138-811647860929}"/>
              </a:ext>
            </a:extLst>
          </p:cNvPr>
          <p:cNvSpPr/>
          <p:nvPr/>
        </p:nvSpPr>
        <p:spPr>
          <a:xfrm>
            <a:off x="8191500" y="4064000"/>
            <a:ext cx="3429000" cy="76200"/>
          </a:xfrm>
          <a:prstGeom prst="rect">
            <a:avLst/>
          </a:prstGeom>
          <a:solidFill>
            <a:srgbClr val="E67E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30539C6F-EC13-7B53-0295-3B149335DE82}"/>
              </a:ext>
            </a:extLst>
          </p:cNvPr>
          <p:cNvSpPr txBox="1"/>
          <p:nvPr/>
        </p:nvSpPr>
        <p:spPr>
          <a:xfrm>
            <a:off x="8293100" y="4762500"/>
            <a:ext cx="322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600" b="1">
                <a:solidFill>
                  <a:srgbClr val="E67E22"/>
                </a:solidFill>
                <a:latin typeface="Microsoft YaHei" panose="020B0503020204020204" pitchFamily="34" charset="-122"/>
              </a:rPr>
              <a:t>o'clock</a:t>
            </a:r>
            <a:endParaRPr lang="zh-CN" altLang="en-US" sz="2600" b="1">
              <a:solidFill>
                <a:srgbClr val="E67E22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212DBA6-6D24-F8E0-ED4B-3D108AA0FC44}"/>
              </a:ext>
            </a:extLst>
          </p:cNvPr>
          <p:cNvSpPr txBox="1"/>
          <p:nvPr/>
        </p:nvSpPr>
        <p:spPr>
          <a:xfrm>
            <a:off x="8293100" y="5397500"/>
            <a:ext cx="32258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(</a:t>
            </a:r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点钟</a:t>
            </a:r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)</a:t>
            </a:r>
            <a:endParaRPr lang="zh-CN" altLang="en-US" sz="1400">
              <a:solidFill>
                <a:srgbClr val="7F8C8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5-Point Star 27"/>
          <p:cNvSpPr/>
          <p:nvPr/>
        </p:nvSpPr>
        <p:spPr>
          <a:xfrm rot="11580000">
            <a:off x="11828799" y="2271358"/>
            <a:ext cx="200000" cy="200000"/>
          </a:xfrm>
          <a:prstGeom prst="star5">
            <a:avLst/>
          </a:prstGeom>
          <a:solidFill>
            <a:srgbClr val="FFD700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5-Point Star 28"/>
          <p:cNvSpPr/>
          <p:nvPr/>
        </p:nvSpPr>
        <p:spPr>
          <a:xfrm rot="10380000">
            <a:off x="11756193" y="4911114"/>
            <a:ext cx="200000" cy="200000"/>
          </a:xfrm>
          <a:prstGeom prst="star5">
            <a:avLst/>
          </a:prstGeom>
          <a:solidFill>
            <a:srgbClr val="81C784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5-Point Star 29"/>
          <p:cNvSpPr/>
          <p:nvPr/>
        </p:nvSpPr>
        <p:spPr>
          <a:xfrm rot="840000">
            <a:off x="11376716" y="472292"/>
            <a:ext cx="200000" cy="200000"/>
          </a:xfrm>
          <a:prstGeom prst="star5">
            <a:avLst/>
          </a:prstGeom>
          <a:solidFill>
            <a:srgbClr val="FF9F43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487418" y="2407350"/>
            <a:ext cx="139126" cy="139126"/>
          </a:xfrm>
          <a:prstGeom prst="ellipse">
            <a:avLst/>
          </a:prstGeom>
          <a:solidFill>
            <a:srgbClr val="FFCCBC">
              <a:alpha val="3084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1850974" y="5655020"/>
            <a:ext cx="95956" cy="95956"/>
          </a:xfrm>
          <a:prstGeom prst="ellipse">
            <a:avLst/>
          </a:prstGeom>
          <a:solidFill>
            <a:srgbClr val="C8E6C9">
              <a:alpha val="2964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856804" y="2712314"/>
            <a:ext cx="126616" cy="126616"/>
          </a:xfrm>
          <a:prstGeom prst="ellipse">
            <a:avLst/>
          </a:prstGeom>
          <a:solidFill>
            <a:srgbClr val="FFCCBC">
              <a:alpha val="193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1842867" y="885162"/>
            <a:ext cx="138713" cy="138713"/>
          </a:xfrm>
          <a:prstGeom prst="ellipse">
            <a:avLst/>
          </a:prstGeom>
          <a:solidFill>
            <a:srgbClr val="FFF9C4">
              <a:alpha val="1547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1955428" y="5982039"/>
            <a:ext cx="122144" cy="122144"/>
          </a:xfrm>
          <a:prstGeom prst="ellipse">
            <a:avLst/>
          </a:prstGeom>
          <a:solidFill>
            <a:srgbClr val="FFE0B2">
              <a:alpha val="2526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891356" y="4125935"/>
            <a:ext cx="80493" cy="80493"/>
          </a:xfrm>
          <a:prstGeom prst="ellipse">
            <a:avLst/>
          </a:prstGeom>
          <a:solidFill>
            <a:srgbClr val="B3E5FC">
              <a:alpha val="2821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767652384"/>
      </p:ext>
    </p:extLst>
    <p:bg>
      <p:bgPr>
        <a:gradFill>
          <a:lin ang="3600000" scaled="1"/>
          <a:gsLst>
            <a:gs pos="0">
              <a:srgbClr val="FEF9E7"/>
            </a:gs>
            <a:gs pos="30000">
              <a:srgbClr val="FDEBD0"/>
            </a:gs>
            <a:gs pos="70000">
              <a:srgbClr val="D6EAF8"/>
            </a:gs>
            <a:gs pos="100000">
              <a:srgbClr val="E8DAEF"/>
            </a:gs>
          </a:gsLst>
        </a:gradFill>
        <a:effectLst/>
      </p:bgPr>
    </p:bg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A2A573D-4D31-D761-DCFA-7362D860E8F0}"/>
              </a:ext>
            </a:extLst>
          </p:cNvPr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E67E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4A04996-AD12-EC82-5B4F-DF6DBBC9C9A8}"/>
              </a:ext>
            </a:extLst>
          </p:cNvPr>
          <p:cNvSpPr txBox="1"/>
          <p:nvPr/>
        </p:nvSpPr>
        <p:spPr>
          <a:xfrm>
            <a:off x="190500" y="127000"/>
            <a:ext cx="762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2800" b="1">
                <a:solidFill>
                  <a:srgbClr val="FFFFFF"/>
                </a:solidFill>
                <a:latin typeface="Microsoft YaHei" panose="020B0503020204020204" pitchFamily="34" charset="-122"/>
              </a:rPr>
              <a:t>🍔 食物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5D058E25-F12F-2FED-65A6-129637AE9A99}"/>
              </a:ext>
            </a:extLst>
          </p:cNvPr>
          <p:cNvSpPr/>
          <p:nvPr/>
        </p:nvSpPr>
        <p:spPr>
          <a:xfrm>
            <a:off x="571500" y="2032000"/>
            <a:ext cx="3429000" cy="1778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25CBA5F-5C79-2EA7-6B27-3B0878B744EA}"/>
              </a:ext>
            </a:extLst>
          </p:cNvPr>
          <p:cNvSpPr/>
          <p:nvPr/>
        </p:nvSpPr>
        <p:spPr>
          <a:xfrm>
            <a:off x="571500" y="2032000"/>
            <a:ext cx="3429000" cy="76200"/>
          </a:xfrm>
          <a:prstGeom prst="rect">
            <a:avLst/>
          </a:prstGeom>
          <a:solidFill>
            <a:srgbClr val="E67E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F13BD0F-D660-114B-8AE1-7CB03C28DF8E}"/>
              </a:ext>
            </a:extLst>
          </p:cNvPr>
          <p:cNvSpPr txBox="1"/>
          <p:nvPr/>
        </p:nvSpPr>
        <p:spPr>
          <a:xfrm>
            <a:off x="673100" y="2730500"/>
            <a:ext cx="322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600" b="1">
                <a:solidFill>
                  <a:srgbClr val="E67E22"/>
                </a:solidFill>
                <a:latin typeface="Microsoft YaHei" panose="020B0503020204020204" pitchFamily="34" charset="-122"/>
              </a:rPr>
              <a:t>rice</a:t>
            </a:r>
            <a:endParaRPr lang="zh-CN" altLang="en-US" sz="2600" b="1">
              <a:solidFill>
                <a:srgbClr val="E67E22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652DFFD-2BDB-8905-AA63-702039405F96}"/>
              </a:ext>
            </a:extLst>
          </p:cNvPr>
          <p:cNvSpPr txBox="1"/>
          <p:nvPr/>
        </p:nvSpPr>
        <p:spPr>
          <a:xfrm>
            <a:off x="673100" y="3365500"/>
            <a:ext cx="32258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(</a:t>
            </a:r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米饭</a:t>
            </a:r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)</a:t>
            </a:r>
            <a:endParaRPr lang="zh-CN" altLang="en-US" sz="1400">
              <a:solidFill>
                <a:srgbClr val="7F8C8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8F79BC5C-88E0-122F-DC7B-DD1676CA9D1F}"/>
              </a:ext>
            </a:extLst>
          </p:cNvPr>
          <p:cNvSpPr/>
          <p:nvPr/>
        </p:nvSpPr>
        <p:spPr>
          <a:xfrm>
            <a:off x="4381500" y="2032000"/>
            <a:ext cx="3429000" cy="1778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FE4DB2E-4F1D-DC43-14C2-040EB879BF3F}"/>
              </a:ext>
            </a:extLst>
          </p:cNvPr>
          <p:cNvSpPr/>
          <p:nvPr/>
        </p:nvSpPr>
        <p:spPr>
          <a:xfrm>
            <a:off x="4381500" y="2032000"/>
            <a:ext cx="3429000" cy="76200"/>
          </a:xfrm>
          <a:prstGeom prst="rect">
            <a:avLst/>
          </a:prstGeom>
          <a:solidFill>
            <a:srgbClr val="E67E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B7F5580-5755-1086-4ECC-65EB8031277F}"/>
              </a:ext>
            </a:extLst>
          </p:cNvPr>
          <p:cNvSpPr txBox="1"/>
          <p:nvPr/>
        </p:nvSpPr>
        <p:spPr>
          <a:xfrm>
            <a:off x="4483100" y="2730500"/>
            <a:ext cx="322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600" b="1">
                <a:solidFill>
                  <a:srgbClr val="E67E22"/>
                </a:solidFill>
                <a:latin typeface="Microsoft YaHei" panose="020B0503020204020204" pitchFamily="34" charset="-122"/>
              </a:rPr>
              <a:t>bread</a:t>
            </a:r>
            <a:endParaRPr lang="zh-CN" altLang="en-US" sz="2600" b="1">
              <a:solidFill>
                <a:srgbClr val="E67E22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AE907D4-7129-4E59-E16A-2E391B329F1B}"/>
              </a:ext>
            </a:extLst>
          </p:cNvPr>
          <p:cNvSpPr txBox="1"/>
          <p:nvPr/>
        </p:nvSpPr>
        <p:spPr>
          <a:xfrm>
            <a:off x="4483100" y="3365500"/>
            <a:ext cx="32258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(</a:t>
            </a:r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面包</a:t>
            </a:r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)</a:t>
            </a:r>
            <a:endParaRPr lang="zh-CN" altLang="en-US" sz="1400">
              <a:solidFill>
                <a:srgbClr val="7F8C8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34DC1D6C-993F-A23F-7CF4-E3D588F26A74}"/>
              </a:ext>
            </a:extLst>
          </p:cNvPr>
          <p:cNvSpPr/>
          <p:nvPr/>
        </p:nvSpPr>
        <p:spPr>
          <a:xfrm>
            <a:off x="8191500" y="2032000"/>
            <a:ext cx="3429000" cy="1778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0B7F3FE-65DD-9A25-D8A5-864482FD1D3C}"/>
              </a:ext>
            </a:extLst>
          </p:cNvPr>
          <p:cNvSpPr/>
          <p:nvPr/>
        </p:nvSpPr>
        <p:spPr>
          <a:xfrm>
            <a:off x="8191500" y="2032000"/>
            <a:ext cx="3429000" cy="76200"/>
          </a:xfrm>
          <a:prstGeom prst="rect">
            <a:avLst/>
          </a:prstGeom>
          <a:solidFill>
            <a:srgbClr val="E67E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D2C5593-2D22-5747-1BDE-D539283E1540}"/>
              </a:ext>
            </a:extLst>
          </p:cNvPr>
          <p:cNvSpPr txBox="1"/>
          <p:nvPr/>
        </p:nvSpPr>
        <p:spPr>
          <a:xfrm>
            <a:off x="8293100" y="2730500"/>
            <a:ext cx="322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600" b="1">
                <a:solidFill>
                  <a:srgbClr val="E67E22"/>
                </a:solidFill>
                <a:latin typeface="Microsoft YaHei" panose="020B0503020204020204" pitchFamily="34" charset="-122"/>
              </a:rPr>
              <a:t>milk</a:t>
            </a:r>
            <a:endParaRPr lang="zh-CN" altLang="en-US" sz="2600" b="1">
              <a:solidFill>
                <a:srgbClr val="E67E22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3F177AB-B959-8E3F-D60F-475EE8C2B4E7}"/>
              </a:ext>
            </a:extLst>
          </p:cNvPr>
          <p:cNvSpPr txBox="1"/>
          <p:nvPr/>
        </p:nvSpPr>
        <p:spPr>
          <a:xfrm>
            <a:off x="8293100" y="3365500"/>
            <a:ext cx="32258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(</a:t>
            </a:r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牛奶</a:t>
            </a:r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)</a:t>
            </a:r>
            <a:endParaRPr lang="zh-CN" altLang="en-US" sz="1400">
              <a:solidFill>
                <a:srgbClr val="7F8C8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B59FB560-26F7-08D1-CAD8-12C6E84A7EF9}"/>
              </a:ext>
            </a:extLst>
          </p:cNvPr>
          <p:cNvSpPr/>
          <p:nvPr/>
        </p:nvSpPr>
        <p:spPr>
          <a:xfrm>
            <a:off x="571500" y="4064000"/>
            <a:ext cx="3429000" cy="1778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E094C18-54B3-8754-4425-5479B7F3FAD5}"/>
              </a:ext>
            </a:extLst>
          </p:cNvPr>
          <p:cNvSpPr/>
          <p:nvPr/>
        </p:nvSpPr>
        <p:spPr>
          <a:xfrm>
            <a:off x="571500" y="4064000"/>
            <a:ext cx="3429000" cy="76200"/>
          </a:xfrm>
          <a:prstGeom prst="rect">
            <a:avLst/>
          </a:prstGeom>
          <a:solidFill>
            <a:srgbClr val="E67E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E842BC2-48CF-491E-9226-3AEF6CA03B97}"/>
              </a:ext>
            </a:extLst>
          </p:cNvPr>
          <p:cNvSpPr txBox="1"/>
          <p:nvPr/>
        </p:nvSpPr>
        <p:spPr>
          <a:xfrm>
            <a:off x="673100" y="4762500"/>
            <a:ext cx="322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600" b="1">
                <a:solidFill>
                  <a:srgbClr val="E67E22"/>
                </a:solidFill>
                <a:latin typeface="Microsoft YaHei" panose="020B0503020204020204" pitchFamily="34" charset="-122"/>
              </a:rPr>
              <a:t>water</a:t>
            </a:r>
            <a:endParaRPr lang="zh-CN" altLang="en-US" sz="2600" b="1">
              <a:solidFill>
                <a:srgbClr val="E67E22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2C1FAA9-8EDB-189B-84F0-F0795DDE11CD}"/>
              </a:ext>
            </a:extLst>
          </p:cNvPr>
          <p:cNvSpPr txBox="1"/>
          <p:nvPr/>
        </p:nvSpPr>
        <p:spPr>
          <a:xfrm>
            <a:off x="673100" y="5397500"/>
            <a:ext cx="32258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(</a:t>
            </a:r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水</a:t>
            </a:r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)</a:t>
            </a:r>
            <a:endParaRPr lang="zh-CN" altLang="en-US" sz="1400">
              <a:solidFill>
                <a:srgbClr val="7F8C8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BAB798FC-48F5-A096-5A19-70C2CED0A173}"/>
              </a:ext>
            </a:extLst>
          </p:cNvPr>
          <p:cNvSpPr/>
          <p:nvPr/>
        </p:nvSpPr>
        <p:spPr>
          <a:xfrm>
            <a:off x="4381500" y="4064000"/>
            <a:ext cx="3429000" cy="1778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FB927DD-701D-47CA-CB65-48C5633B9591}"/>
              </a:ext>
            </a:extLst>
          </p:cNvPr>
          <p:cNvSpPr/>
          <p:nvPr/>
        </p:nvSpPr>
        <p:spPr>
          <a:xfrm>
            <a:off x="4381500" y="4064000"/>
            <a:ext cx="3429000" cy="76200"/>
          </a:xfrm>
          <a:prstGeom prst="rect">
            <a:avLst/>
          </a:prstGeom>
          <a:solidFill>
            <a:srgbClr val="E67E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06494A6-5421-B4BE-49D8-7C2B6336454A}"/>
              </a:ext>
            </a:extLst>
          </p:cNvPr>
          <p:cNvSpPr txBox="1"/>
          <p:nvPr/>
        </p:nvSpPr>
        <p:spPr>
          <a:xfrm>
            <a:off x="4483100" y="4762500"/>
            <a:ext cx="322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600" b="1">
                <a:solidFill>
                  <a:srgbClr val="E67E22"/>
                </a:solidFill>
                <a:latin typeface="Microsoft YaHei" panose="020B0503020204020204" pitchFamily="34" charset="-122"/>
              </a:rPr>
              <a:t>chicken</a:t>
            </a:r>
            <a:endParaRPr lang="zh-CN" altLang="en-US" sz="2600" b="1">
              <a:solidFill>
                <a:srgbClr val="E67E22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AA25A5A-A3F8-BBC8-CCB4-237D10D468DB}"/>
              </a:ext>
            </a:extLst>
          </p:cNvPr>
          <p:cNvSpPr txBox="1"/>
          <p:nvPr/>
        </p:nvSpPr>
        <p:spPr>
          <a:xfrm>
            <a:off x="4483100" y="5397500"/>
            <a:ext cx="32258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(</a:t>
            </a:r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鸡肉</a:t>
            </a:r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)</a:t>
            </a:r>
            <a:endParaRPr lang="zh-CN" altLang="en-US" sz="1400">
              <a:solidFill>
                <a:srgbClr val="7F8C8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B1FC80BE-4A3F-1F24-E249-15CDB1606FAE}"/>
              </a:ext>
            </a:extLst>
          </p:cNvPr>
          <p:cNvSpPr/>
          <p:nvPr/>
        </p:nvSpPr>
        <p:spPr>
          <a:xfrm>
            <a:off x="8191500" y="4064000"/>
            <a:ext cx="3429000" cy="1778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2CE4B1F-D4D9-1C7C-B551-1CE1AEF61AA9}"/>
              </a:ext>
            </a:extLst>
          </p:cNvPr>
          <p:cNvSpPr/>
          <p:nvPr/>
        </p:nvSpPr>
        <p:spPr>
          <a:xfrm>
            <a:off x="8191500" y="4064000"/>
            <a:ext cx="3429000" cy="76200"/>
          </a:xfrm>
          <a:prstGeom prst="rect">
            <a:avLst/>
          </a:prstGeom>
          <a:solidFill>
            <a:srgbClr val="E67E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8C7AA18-754C-8744-6415-22AA741DA50F}"/>
              </a:ext>
            </a:extLst>
          </p:cNvPr>
          <p:cNvSpPr txBox="1"/>
          <p:nvPr/>
        </p:nvSpPr>
        <p:spPr>
          <a:xfrm>
            <a:off x="8293100" y="4762500"/>
            <a:ext cx="322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600" b="1">
                <a:solidFill>
                  <a:srgbClr val="E67E22"/>
                </a:solidFill>
                <a:latin typeface="Microsoft YaHei" panose="020B0503020204020204" pitchFamily="34" charset="-122"/>
              </a:rPr>
              <a:t>fish</a:t>
            </a:r>
            <a:endParaRPr lang="zh-CN" altLang="en-US" sz="2600" b="1">
              <a:solidFill>
                <a:srgbClr val="E67E22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748D068-4EBB-4AAE-49E8-4C6853DED705}"/>
              </a:ext>
            </a:extLst>
          </p:cNvPr>
          <p:cNvSpPr txBox="1"/>
          <p:nvPr/>
        </p:nvSpPr>
        <p:spPr>
          <a:xfrm>
            <a:off x="8293100" y="5397500"/>
            <a:ext cx="32258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(</a:t>
            </a:r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鱼</a:t>
            </a:r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)</a:t>
            </a:r>
            <a:endParaRPr lang="zh-CN" altLang="en-US" sz="1400">
              <a:solidFill>
                <a:srgbClr val="7F8C8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5-Point Star 27"/>
          <p:cNvSpPr/>
          <p:nvPr/>
        </p:nvSpPr>
        <p:spPr>
          <a:xfrm rot="420000">
            <a:off x="11885601" y="4157909"/>
            <a:ext cx="200000" cy="200000"/>
          </a:xfrm>
          <a:prstGeom prst="star5">
            <a:avLst/>
          </a:prstGeom>
          <a:solidFill>
            <a:srgbClr val="4FC3F7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5-Point Star 28"/>
          <p:cNvSpPr/>
          <p:nvPr/>
        </p:nvSpPr>
        <p:spPr>
          <a:xfrm rot="2400000">
            <a:off x="453123" y="6079002"/>
            <a:ext cx="200000" cy="200000"/>
          </a:xfrm>
          <a:prstGeom prst="star5">
            <a:avLst/>
          </a:prstGeom>
          <a:solidFill>
            <a:srgbClr val="FFD700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5-Point Star 29"/>
          <p:cNvSpPr/>
          <p:nvPr/>
        </p:nvSpPr>
        <p:spPr>
          <a:xfrm rot="7920000">
            <a:off x="4512378" y="6347140"/>
            <a:ext cx="200000" cy="200000"/>
          </a:xfrm>
          <a:prstGeom prst="star5">
            <a:avLst/>
          </a:prstGeom>
          <a:solidFill>
            <a:srgbClr val="CE93D8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739938" y="4110783"/>
            <a:ext cx="117043" cy="117043"/>
          </a:xfrm>
          <a:prstGeom prst="ellipse">
            <a:avLst/>
          </a:prstGeom>
          <a:solidFill>
            <a:srgbClr val="FFCCBC">
              <a:alpha val="1632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558337" y="6331129"/>
            <a:ext cx="128383" cy="128383"/>
          </a:xfrm>
          <a:prstGeom prst="ellipse">
            <a:avLst/>
          </a:prstGeom>
          <a:solidFill>
            <a:srgbClr val="FFE0B2">
              <a:alpha val="2569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402620" y="6497499"/>
            <a:ext cx="75063" cy="75063"/>
          </a:xfrm>
          <a:prstGeom prst="ellipse">
            <a:avLst/>
          </a:prstGeom>
          <a:solidFill>
            <a:srgbClr val="FFE0B2">
              <a:alpha val="3068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1873132" y="4121200"/>
            <a:ext cx="65532" cy="65532"/>
          </a:xfrm>
          <a:prstGeom prst="ellipse">
            <a:avLst/>
          </a:prstGeom>
          <a:solidFill>
            <a:srgbClr val="B3E5FC">
              <a:alpha val="1996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323817" y="1794728"/>
            <a:ext cx="84256" cy="84256"/>
          </a:xfrm>
          <a:prstGeom prst="ellipse">
            <a:avLst/>
          </a:prstGeom>
          <a:solidFill>
            <a:srgbClr val="FFCCBC">
              <a:alpha val="3206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289069" y="5981312"/>
            <a:ext cx="100743" cy="100743"/>
          </a:xfrm>
          <a:prstGeom prst="ellipse">
            <a:avLst/>
          </a:prstGeom>
          <a:solidFill>
            <a:srgbClr val="FFCCBC">
              <a:alpha val="2156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047071870"/>
      </p:ext>
    </p:extLst>
    <p:bg>
      <p:bgPr>
        <a:gradFill>
          <a:lin ang="3600000" scaled="1"/>
          <a:gsLst>
            <a:gs pos="0">
              <a:srgbClr val="FEF9E7"/>
            </a:gs>
            <a:gs pos="30000">
              <a:srgbClr val="FDEBD0"/>
            </a:gs>
            <a:gs pos="70000">
              <a:srgbClr val="D6EAF8"/>
            </a:gs>
            <a:gs pos="100000">
              <a:srgbClr val="E8DAEF"/>
            </a:gs>
          </a:gsLst>
        </a:gradFill>
        <a:effectLst/>
      </p:bgPr>
    </p:bg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90AC3F7-16A0-C736-BCAD-07DB476FE572}"/>
              </a:ext>
            </a:extLst>
          </p:cNvPr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0096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BD39BBB-F59D-8D49-4615-C1F381934E8D}"/>
              </a:ext>
            </a:extLst>
          </p:cNvPr>
          <p:cNvSpPr txBox="1"/>
          <p:nvPr/>
        </p:nvSpPr>
        <p:spPr>
          <a:xfrm>
            <a:off x="190500" y="127000"/>
            <a:ext cx="762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2800" b="1">
                <a:solidFill>
                  <a:srgbClr val="FFFFFF"/>
                </a:solidFill>
                <a:latin typeface="Microsoft YaHei" panose="020B0503020204020204" pitchFamily="34" charset="-122"/>
              </a:rPr>
              <a:t>🌤️ 天气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6E2B4B5C-9931-4884-60FF-21784DF7FB63}"/>
              </a:ext>
            </a:extLst>
          </p:cNvPr>
          <p:cNvSpPr/>
          <p:nvPr/>
        </p:nvSpPr>
        <p:spPr>
          <a:xfrm>
            <a:off x="-1333500" y="1016000"/>
            <a:ext cx="3429000" cy="1778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9140B2A-DF69-4931-C30C-09A2381B654B}"/>
              </a:ext>
            </a:extLst>
          </p:cNvPr>
          <p:cNvSpPr/>
          <p:nvPr/>
        </p:nvSpPr>
        <p:spPr>
          <a:xfrm>
            <a:off x="-1333500" y="1016000"/>
            <a:ext cx="3429000" cy="76200"/>
          </a:xfrm>
          <a:prstGeom prst="rect">
            <a:avLst/>
          </a:prstGeom>
          <a:solidFill>
            <a:srgbClr val="0096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79E9A93-E56A-B05C-D6D2-2AB6B87122AA}"/>
              </a:ext>
            </a:extLst>
          </p:cNvPr>
          <p:cNvSpPr txBox="1"/>
          <p:nvPr/>
        </p:nvSpPr>
        <p:spPr>
          <a:xfrm>
            <a:off x="-1231900" y="1714500"/>
            <a:ext cx="322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600" b="1">
                <a:solidFill>
                  <a:srgbClr val="009688"/>
                </a:solidFill>
                <a:latin typeface="Microsoft YaHei" panose="020B0503020204020204" pitchFamily="34" charset="-122"/>
              </a:rPr>
              <a:t>sunny</a:t>
            </a:r>
            <a:endParaRPr lang="zh-CN" altLang="en-US" sz="2600" b="1">
              <a:solidFill>
                <a:srgbClr val="00968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08699A3-0ED6-65B1-A5BC-4EC2BC32AADC}"/>
              </a:ext>
            </a:extLst>
          </p:cNvPr>
          <p:cNvSpPr txBox="1"/>
          <p:nvPr/>
        </p:nvSpPr>
        <p:spPr>
          <a:xfrm>
            <a:off x="-1231900" y="2349500"/>
            <a:ext cx="32258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(</a:t>
            </a:r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晴朗</a:t>
            </a:r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)</a:t>
            </a:r>
            <a:endParaRPr lang="zh-CN" altLang="en-US" sz="1400">
              <a:solidFill>
                <a:srgbClr val="7F8C8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7B20D334-6CF5-90EB-D411-DB2973CD223E}"/>
              </a:ext>
            </a:extLst>
          </p:cNvPr>
          <p:cNvSpPr/>
          <p:nvPr/>
        </p:nvSpPr>
        <p:spPr>
          <a:xfrm>
            <a:off x="2476500" y="1016000"/>
            <a:ext cx="3429000" cy="1778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62A0686-8BCA-0C9C-4219-C9F217B54F94}"/>
              </a:ext>
            </a:extLst>
          </p:cNvPr>
          <p:cNvSpPr/>
          <p:nvPr/>
        </p:nvSpPr>
        <p:spPr>
          <a:xfrm>
            <a:off x="2476500" y="1016000"/>
            <a:ext cx="3429000" cy="76200"/>
          </a:xfrm>
          <a:prstGeom prst="rect">
            <a:avLst/>
          </a:prstGeom>
          <a:solidFill>
            <a:srgbClr val="0096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B4EE92A-C3A4-479D-25D3-6D8BF3DF6EED}"/>
              </a:ext>
            </a:extLst>
          </p:cNvPr>
          <p:cNvSpPr txBox="1"/>
          <p:nvPr/>
        </p:nvSpPr>
        <p:spPr>
          <a:xfrm>
            <a:off x="2578100" y="1714500"/>
            <a:ext cx="322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600" b="1">
                <a:solidFill>
                  <a:srgbClr val="009688"/>
                </a:solidFill>
                <a:latin typeface="Microsoft YaHei" panose="020B0503020204020204" pitchFamily="34" charset="-122"/>
              </a:rPr>
              <a:t>rainy</a:t>
            </a:r>
            <a:endParaRPr lang="zh-CN" altLang="en-US" sz="2600" b="1">
              <a:solidFill>
                <a:srgbClr val="00968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FACC7B1-1448-9E18-843C-848180642291}"/>
              </a:ext>
            </a:extLst>
          </p:cNvPr>
          <p:cNvSpPr txBox="1"/>
          <p:nvPr/>
        </p:nvSpPr>
        <p:spPr>
          <a:xfrm>
            <a:off x="2578100" y="2349500"/>
            <a:ext cx="32258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(</a:t>
            </a:r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下雨</a:t>
            </a:r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)</a:t>
            </a:r>
            <a:endParaRPr lang="zh-CN" altLang="en-US" sz="1400">
              <a:solidFill>
                <a:srgbClr val="7F8C8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600A91E9-8EE2-E571-EFDB-22079017090A}"/>
              </a:ext>
            </a:extLst>
          </p:cNvPr>
          <p:cNvSpPr/>
          <p:nvPr/>
        </p:nvSpPr>
        <p:spPr>
          <a:xfrm>
            <a:off x="6286500" y="1016000"/>
            <a:ext cx="3429000" cy="1778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017D2CB-5BB9-EBDC-C5E2-C9059706A858}"/>
              </a:ext>
            </a:extLst>
          </p:cNvPr>
          <p:cNvSpPr/>
          <p:nvPr/>
        </p:nvSpPr>
        <p:spPr>
          <a:xfrm>
            <a:off x="6286500" y="1016000"/>
            <a:ext cx="3429000" cy="76200"/>
          </a:xfrm>
          <a:prstGeom prst="rect">
            <a:avLst/>
          </a:prstGeom>
          <a:solidFill>
            <a:srgbClr val="0096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2744B77-3D20-5CA5-DC9A-D0256036AC0D}"/>
              </a:ext>
            </a:extLst>
          </p:cNvPr>
          <p:cNvSpPr txBox="1"/>
          <p:nvPr/>
        </p:nvSpPr>
        <p:spPr>
          <a:xfrm>
            <a:off x="6388100" y="1714500"/>
            <a:ext cx="322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600" b="1">
                <a:solidFill>
                  <a:srgbClr val="009688"/>
                </a:solidFill>
                <a:latin typeface="Microsoft YaHei" panose="020B0503020204020204" pitchFamily="34" charset="-122"/>
              </a:rPr>
              <a:t>cloudy</a:t>
            </a:r>
            <a:endParaRPr lang="zh-CN" altLang="en-US" sz="2600" b="1">
              <a:solidFill>
                <a:srgbClr val="00968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F3E2DF6-DA02-7366-BD8E-B5EEF1FEDAF5}"/>
              </a:ext>
            </a:extLst>
          </p:cNvPr>
          <p:cNvSpPr txBox="1"/>
          <p:nvPr/>
        </p:nvSpPr>
        <p:spPr>
          <a:xfrm>
            <a:off x="6388100" y="2349500"/>
            <a:ext cx="32258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(</a:t>
            </a:r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多云</a:t>
            </a:r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)</a:t>
            </a:r>
            <a:endParaRPr lang="zh-CN" altLang="en-US" sz="1400">
              <a:solidFill>
                <a:srgbClr val="7F8C8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51F28425-B248-73B1-B07D-68F8B8AD7C45}"/>
              </a:ext>
            </a:extLst>
          </p:cNvPr>
          <p:cNvSpPr/>
          <p:nvPr/>
        </p:nvSpPr>
        <p:spPr>
          <a:xfrm>
            <a:off x="10096500" y="1016000"/>
            <a:ext cx="3429000" cy="1778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A87495B-BFC0-539C-8154-0FFCE83B2ED7}"/>
              </a:ext>
            </a:extLst>
          </p:cNvPr>
          <p:cNvSpPr/>
          <p:nvPr/>
        </p:nvSpPr>
        <p:spPr>
          <a:xfrm>
            <a:off x="10096500" y="1016000"/>
            <a:ext cx="3429000" cy="76200"/>
          </a:xfrm>
          <a:prstGeom prst="rect">
            <a:avLst/>
          </a:prstGeom>
          <a:solidFill>
            <a:srgbClr val="0096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E9AEBF3-BCCA-7569-02F3-EAF6D6962235}"/>
              </a:ext>
            </a:extLst>
          </p:cNvPr>
          <p:cNvSpPr txBox="1"/>
          <p:nvPr/>
        </p:nvSpPr>
        <p:spPr>
          <a:xfrm>
            <a:off x="10198100" y="1714500"/>
            <a:ext cx="322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600" b="1">
                <a:solidFill>
                  <a:srgbClr val="009688"/>
                </a:solidFill>
                <a:latin typeface="Microsoft YaHei" panose="020B0503020204020204" pitchFamily="34" charset="-122"/>
              </a:rPr>
              <a:t>windy</a:t>
            </a:r>
            <a:endParaRPr lang="zh-CN" altLang="en-US" sz="2600" b="1">
              <a:solidFill>
                <a:srgbClr val="00968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03C9796B-4EA7-DE33-7B83-D2B99B3C026B}"/>
              </a:ext>
            </a:extLst>
          </p:cNvPr>
          <p:cNvSpPr txBox="1"/>
          <p:nvPr/>
        </p:nvSpPr>
        <p:spPr>
          <a:xfrm>
            <a:off x="10198100" y="2349500"/>
            <a:ext cx="32258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(</a:t>
            </a:r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有风</a:t>
            </a:r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)</a:t>
            </a:r>
            <a:endParaRPr lang="zh-CN" altLang="en-US" sz="1400">
              <a:solidFill>
                <a:srgbClr val="7F8C8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1FDF8322-64D8-2679-0F34-A96C0EE44881}"/>
              </a:ext>
            </a:extLst>
          </p:cNvPr>
          <p:cNvSpPr/>
          <p:nvPr/>
        </p:nvSpPr>
        <p:spPr>
          <a:xfrm>
            <a:off x="-1333500" y="3048000"/>
            <a:ext cx="3429000" cy="1778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64868DC-DA21-467F-EE9B-CB8007BDF57D}"/>
              </a:ext>
            </a:extLst>
          </p:cNvPr>
          <p:cNvSpPr/>
          <p:nvPr/>
        </p:nvSpPr>
        <p:spPr>
          <a:xfrm>
            <a:off x="-1333500" y="3048000"/>
            <a:ext cx="3429000" cy="76200"/>
          </a:xfrm>
          <a:prstGeom prst="rect">
            <a:avLst/>
          </a:prstGeom>
          <a:solidFill>
            <a:srgbClr val="0096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A1E633F-8559-32A3-F129-8A5D35C2BB2B}"/>
              </a:ext>
            </a:extLst>
          </p:cNvPr>
          <p:cNvSpPr txBox="1"/>
          <p:nvPr/>
        </p:nvSpPr>
        <p:spPr>
          <a:xfrm>
            <a:off x="-1231900" y="3746500"/>
            <a:ext cx="322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600" b="1">
                <a:solidFill>
                  <a:srgbClr val="009688"/>
                </a:solidFill>
                <a:latin typeface="Microsoft YaHei" panose="020B0503020204020204" pitchFamily="34" charset="-122"/>
              </a:rPr>
              <a:t>cold</a:t>
            </a:r>
            <a:endParaRPr lang="zh-CN" altLang="en-US" sz="2600" b="1">
              <a:solidFill>
                <a:srgbClr val="00968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6157FE7-4BBE-B3A4-B5D9-ECA7536BDCF9}"/>
              </a:ext>
            </a:extLst>
          </p:cNvPr>
          <p:cNvSpPr txBox="1"/>
          <p:nvPr/>
        </p:nvSpPr>
        <p:spPr>
          <a:xfrm>
            <a:off x="-1231900" y="4381500"/>
            <a:ext cx="32258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(</a:t>
            </a:r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冷</a:t>
            </a:r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)</a:t>
            </a:r>
            <a:endParaRPr lang="zh-CN" altLang="en-US" sz="1400">
              <a:solidFill>
                <a:srgbClr val="7F8C8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CBCBABE5-1179-0FE4-C8B4-5A3BAC81875E}"/>
              </a:ext>
            </a:extLst>
          </p:cNvPr>
          <p:cNvSpPr/>
          <p:nvPr/>
        </p:nvSpPr>
        <p:spPr>
          <a:xfrm>
            <a:off x="2476500" y="3048000"/>
            <a:ext cx="3429000" cy="1778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10DECD8-8C71-ADF2-47BF-BE4FFAC6BC2F}"/>
              </a:ext>
            </a:extLst>
          </p:cNvPr>
          <p:cNvSpPr/>
          <p:nvPr/>
        </p:nvSpPr>
        <p:spPr>
          <a:xfrm>
            <a:off x="2476500" y="3048000"/>
            <a:ext cx="3429000" cy="76200"/>
          </a:xfrm>
          <a:prstGeom prst="rect">
            <a:avLst/>
          </a:prstGeom>
          <a:solidFill>
            <a:srgbClr val="0096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81782B87-8A29-2469-AB27-230B30150949}"/>
              </a:ext>
            </a:extLst>
          </p:cNvPr>
          <p:cNvSpPr txBox="1"/>
          <p:nvPr/>
        </p:nvSpPr>
        <p:spPr>
          <a:xfrm>
            <a:off x="2578100" y="3746500"/>
            <a:ext cx="322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600" b="1">
                <a:solidFill>
                  <a:srgbClr val="009688"/>
                </a:solidFill>
                <a:latin typeface="Microsoft YaHei" panose="020B0503020204020204" pitchFamily="34" charset="-122"/>
              </a:rPr>
              <a:t>hot</a:t>
            </a:r>
            <a:endParaRPr lang="zh-CN" altLang="en-US" sz="2600" b="1">
              <a:solidFill>
                <a:srgbClr val="00968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E803DE1-FC8F-81BE-D1F5-E8E01FB52C16}"/>
              </a:ext>
            </a:extLst>
          </p:cNvPr>
          <p:cNvSpPr txBox="1"/>
          <p:nvPr/>
        </p:nvSpPr>
        <p:spPr>
          <a:xfrm>
            <a:off x="2578100" y="4381500"/>
            <a:ext cx="32258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(</a:t>
            </a:r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热</a:t>
            </a:r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)</a:t>
            </a:r>
            <a:endParaRPr lang="zh-CN" altLang="en-US" sz="1400">
              <a:solidFill>
                <a:srgbClr val="7F8C8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B66543FA-796B-A6D7-C247-1C54D2205817}"/>
              </a:ext>
            </a:extLst>
          </p:cNvPr>
          <p:cNvSpPr/>
          <p:nvPr/>
        </p:nvSpPr>
        <p:spPr>
          <a:xfrm>
            <a:off x="6286500" y="3048000"/>
            <a:ext cx="3429000" cy="1778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63BE9C87-E781-2AB4-B6CE-BC13E55EDDD0}"/>
              </a:ext>
            </a:extLst>
          </p:cNvPr>
          <p:cNvSpPr/>
          <p:nvPr/>
        </p:nvSpPr>
        <p:spPr>
          <a:xfrm>
            <a:off x="6286500" y="3048000"/>
            <a:ext cx="3429000" cy="76200"/>
          </a:xfrm>
          <a:prstGeom prst="rect">
            <a:avLst/>
          </a:prstGeom>
          <a:solidFill>
            <a:srgbClr val="0096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2FC89F26-3CBC-9CD3-A996-DB3A23FAA991}"/>
              </a:ext>
            </a:extLst>
          </p:cNvPr>
          <p:cNvSpPr txBox="1"/>
          <p:nvPr/>
        </p:nvSpPr>
        <p:spPr>
          <a:xfrm>
            <a:off x="6388100" y="3746500"/>
            <a:ext cx="322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600" b="1">
                <a:solidFill>
                  <a:srgbClr val="009688"/>
                </a:solidFill>
                <a:latin typeface="Microsoft YaHei" panose="020B0503020204020204" pitchFamily="34" charset="-122"/>
              </a:rPr>
              <a:t>warm</a:t>
            </a:r>
            <a:endParaRPr lang="zh-CN" altLang="en-US" sz="2600" b="1">
              <a:solidFill>
                <a:srgbClr val="00968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7A84F54F-D2F4-5F01-B5EB-8374B6A5EA10}"/>
              </a:ext>
            </a:extLst>
          </p:cNvPr>
          <p:cNvSpPr txBox="1"/>
          <p:nvPr/>
        </p:nvSpPr>
        <p:spPr>
          <a:xfrm>
            <a:off x="6388100" y="4381500"/>
            <a:ext cx="32258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(</a:t>
            </a:r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温暖</a:t>
            </a:r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)</a:t>
            </a:r>
            <a:endParaRPr lang="zh-CN" altLang="en-US" sz="1400">
              <a:solidFill>
                <a:srgbClr val="7F8C8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93BC7F63-B923-AAF0-3420-0393EDECD361}"/>
              </a:ext>
            </a:extLst>
          </p:cNvPr>
          <p:cNvSpPr/>
          <p:nvPr/>
        </p:nvSpPr>
        <p:spPr>
          <a:xfrm>
            <a:off x="10096500" y="3048000"/>
            <a:ext cx="3429000" cy="1778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2B80713-0797-7BF7-BABA-C2615386C02E}"/>
              </a:ext>
            </a:extLst>
          </p:cNvPr>
          <p:cNvSpPr/>
          <p:nvPr/>
        </p:nvSpPr>
        <p:spPr>
          <a:xfrm>
            <a:off x="10096500" y="3048000"/>
            <a:ext cx="3429000" cy="76200"/>
          </a:xfrm>
          <a:prstGeom prst="rect">
            <a:avLst/>
          </a:prstGeom>
          <a:solidFill>
            <a:srgbClr val="0096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47891056-9FBB-8ED8-7036-2C917D8E0710}"/>
              </a:ext>
            </a:extLst>
          </p:cNvPr>
          <p:cNvSpPr txBox="1"/>
          <p:nvPr/>
        </p:nvSpPr>
        <p:spPr>
          <a:xfrm>
            <a:off x="10198100" y="3746500"/>
            <a:ext cx="322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600" b="1">
                <a:solidFill>
                  <a:srgbClr val="009688"/>
                </a:solidFill>
                <a:latin typeface="Microsoft YaHei" panose="020B0503020204020204" pitchFamily="34" charset="-122"/>
              </a:rPr>
              <a:t>cool</a:t>
            </a:r>
            <a:endParaRPr lang="zh-CN" altLang="en-US" sz="2600" b="1">
              <a:solidFill>
                <a:srgbClr val="00968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F9DFA821-DB6F-575C-AAEF-33A06F1AFCA1}"/>
              </a:ext>
            </a:extLst>
          </p:cNvPr>
          <p:cNvSpPr txBox="1"/>
          <p:nvPr/>
        </p:nvSpPr>
        <p:spPr>
          <a:xfrm>
            <a:off x="10198100" y="4381500"/>
            <a:ext cx="32258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(</a:t>
            </a:r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凉爽</a:t>
            </a:r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)</a:t>
            </a:r>
            <a:endParaRPr lang="zh-CN" altLang="en-US" sz="1400">
              <a:solidFill>
                <a:srgbClr val="7F8C8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06674081-9619-35FB-5BFA-41D9AD413570}"/>
              </a:ext>
            </a:extLst>
          </p:cNvPr>
          <p:cNvSpPr/>
          <p:nvPr/>
        </p:nvSpPr>
        <p:spPr>
          <a:xfrm>
            <a:off x="-1333500" y="5080000"/>
            <a:ext cx="3429000" cy="1778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F70ECA8A-F1F0-F81D-3175-CF37D15C6A72}"/>
              </a:ext>
            </a:extLst>
          </p:cNvPr>
          <p:cNvSpPr/>
          <p:nvPr/>
        </p:nvSpPr>
        <p:spPr>
          <a:xfrm>
            <a:off x="-1333500" y="5080000"/>
            <a:ext cx="3429000" cy="76200"/>
          </a:xfrm>
          <a:prstGeom prst="rect">
            <a:avLst/>
          </a:prstGeom>
          <a:solidFill>
            <a:srgbClr val="0096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5F3EC741-19BF-6688-3973-66533DD60B0B}"/>
              </a:ext>
            </a:extLst>
          </p:cNvPr>
          <p:cNvSpPr txBox="1"/>
          <p:nvPr/>
        </p:nvSpPr>
        <p:spPr>
          <a:xfrm>
            <a:off x="-1231900" y="5778500"/>
            <a:ext cx="322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600" b="1">
                <a:solidFill>
                  <a:srgbClr val="009688"/>
                </a:solidFill>
                <a:latin typeface="Microsoft YaHei" panose="020B0503020204020204" pitchFamily="34" charset="-122"/>
              </a:rPr>
              <a:t>spring</a:t>
            </a:r>
            <a:endParaRPr lang="zh-CN" altLang="en-US" sz="2600" b="1">
              <a:solidFill>
                <a:srgbClr val="00968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0FF2F33D-61E8-310E-1782-7338222BE554}"/>
              </a:ext>
            </a:extLst>
          </p:cNvPr>
          <p:cNvSpPr txBox="1"/>
          <p:nvPr/>
        </p:nvSpPr>
        <p:spPr>
          <a:xfrm>
            <a:off x="-1231900" y="6413500"/>
            <a:ext cx="32258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(</a:t>
            </a:r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春天</a:t>
            </a:r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)</a:t>
            </a:r>
            <a:endParaRPr lang="zh-CN" altLang="en-US" sz="1400">
              <a:solidFill>
                <a:srgbClr val="7F8C8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66E317EE-092F-377F-AC7A-8E43C206CB92}"/>
              </a:ext>
            </a:extLst>
          </p:cNvPr>
          <p:cNvSpPr/>
          <p:nvPr/>
        </p:nvSpPr>
        <p:spPr>
          <a:xfrm>
            <a:off x="2476500" y="5080000"/>
            <a:ext cx="3429000" cy="1778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07746D5B-9A3A-3EA8-5761-61D9F2B0F3C6}"/>
              </a:ext>
            </a:extLst>
          </p:cNvPr>
          <p:cNvSpPr/>
          <p:nvPr/>
        </p:nvSpPr>
        <p:spPr>
          <a:xfrm>
            <a:off x="2476500" y="5080000"/>
            <a:ext cx="3429000" cy="76200"/>
          </a:xfrm>
          <a:prstGeom prst="rect">
            <a:avLst/>
          </a:prstGeom>
          <a:solidFill>
            <a:srgbClr val="0096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2570ED68-AD69-F154-F890-3B5E7FF62BF3}"/>
              </a:ext>
            </a:extLst>
          </p:cNvPr>
          <p:cNvSpPr txBox="1"/>
          <p:nvPr/>
        </p:nvSpPr>
        <p:spPr>
          <a:xfrm>
            <a:off x="2578100" y="5778500"/>
            <a:ext cx="322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600" b="1">
                <a:solidFill>
                  <a:srgbClr val="009688"/>
                </a:solidFill>
                <a:latin typeface="Microsoft YaHei" panose="020B0503020204020204" pitchFamily="34" charset="-122"/>
              </a:rPr>
              <a:t>summer</a:t>
            </a:r>
            <a:endParaRPr lang="zh-CN" altLang="en-US" sz="2600" b="1">
              <a:solidFill>
                <a:srgbClr val="00968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1356B9A0-2CEF-1D52-ABF9-7A91D90DB5B2}"/>
              </a:ext>
            </a:extLst>
          </p:cNvPr>
          <p:cNvSpPr txBox="1"/>
          <p:nvPr/>
        </p:nvSpPr>
        <p:spPr>
          <a:xfrm>
            <a:off x="2578100" y="6413500"/>
            <a:ext cx="32258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(</a:t>
            </a:r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夏天</a:t>
            </a:r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)</a:t>
            </a:r>
            <a:endParaRPr lang="zh-CN" altLang="en-US" sz="1400">
              <a:solidFill>
                <a:srgbClr val="7F8C8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4" name="5-Point Star 43"/>
          <p:cNvSpPr/>
          <p:nvPr/>
        </p:nvSpPr>
        <p:spPr>
          <a:xfrm rot="12180000">
            <a:off x="8465163" y="464564"/>
            <a:ext cx="200000" cy="200000"/>
          </a:xfrm>
          <a:prstGeom prst="star5">
            <a:avLst/>
          </a:prstGeom>
          <a:solidFill>
            <a:srgbClr val="81C784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5-Point Star 44"/>
          <p:cNvSpPr/>
          <p:nvPr/>
        </p:nvSpPr>
        <p:spPr>
          <a:xfrm rot="9720000">
            <a:off x="9720193" y="6399893"/>
            <a:ext cx="200000" cy="200000"/>
          </a:xfrm>
          <a:prstGeom prst="star5">
            <a:avLst/>
          </a:prstGeom>
          <a:solidFill>
            <a:srgbClr val="FF9F43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5-Point Star 45"/>
          <p:cNvSpPr/>
          <p:nvPr/>
        </p:nvSpPr>
        <p:spPr>
          <a:xfrm rot="20880000">
            <a:off x="486347" y="3355952"/>
            <a:ext cx="200000" cy="200000"/>
          </a:xfrm>
          <a:prstGeom prst="star5">
            <a:avLst/>
          </a:prstGeom>
          <a:solidFill>
            <a:srgbClr val="4FC3F7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5842653" y="3075294"/>
            <a:ext cx="67055" cy="67055"/>
          </a:xfrm>
          <a:prstGeom prst="ellipse">
            <a:avLst/>
          </a:prstGeom>
          <a:solidFill>
            <a:srgbClr val="FFCDD2">
              <a:alpha val="2721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539501" y="6107042"/>
            <a:ext cx="146413" cy="146413"/>
          </a:xfrm>
          <a:prstGeom prst="ellipse">
            <a:avLst/>
          </a:prstGeom>
          <a:solidFill>
            <a:srgbClr val="E1BEE7">
              <a:alpha val="2430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2783832" y="1129745"/>
            <a:ext cx="68420" cy="68420"/>
          </a:xfrm>
          <a:prstGeom prst="ellipse">
            <a:avLst/>
          </a:prstGeom>
          <a:solidFill>
            <a:srgbClr val="FFF9C4">
              <a:alpha val="2444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8823523" y="5226167"/>
            <a:ext cx="124846" cy="124846"/>
          </a:xfrm>
          <a:prstGeom prst="ellipse">
            <a:avLst/>
          </a:prstGeom>
          <a:solidFill>
            <a:srgbClr val="C8E6C9">
              <a:alpha val="2451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140899" y="4991878"/>
            <a:ext cx="92070" cy="92070"/>
          </a:xfrm>
          <a:prstGeom prst="ellipse">
            <a:avLst/>
          </a:prstGeom>
          <a:solidFill>
            <a:srgbClr val="C8E6C9">
              <a:alpha val="3495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131671" y="4942299"/>
            <a:ext cx="108669" cy="108669"/>
          </a:xfrm>
          <a:prstGeom prst="ellipse">
            <a:avLst/>
          </a:prstGeom>
          <a:solidFill>
            <a:srgbClr val="C8E6C9">
              <a:alpha val="2691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214177719"/>
      </p:ext>
    </p:extLst>
    <p:bg>
      <p:bgPr>
        <a:gradFill>
          <a:lin ang="3600000" scaled="1"/>
          <a:gsLst>
            <a:gs pos="0">
              <a:srgbClr val="FEF9E7"/>
            </a:gs>
            <a:gs pos="30000">
              <a:srgbClr val="FDEBD0"/>
            </a:gs>
            <a:gs pos="70000">
              <a:srgbClr val="D6EAF8"/>
            </a:gs>
            <a:gs pos="100000">
              <a:srgbClr val="E8DAEF"/>
            </a:gs>
          </a:gsLst>
        </a:gradFill>
        <a:effectLst/>
      </p:bgPr>
    </p:bg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E7070B5-3538-FA16-B00C-49628D4D4853}"/>
              </a:ext>
            </a:extLst>
          </p:cNvPr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0096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4C51BB7-1918-355E-3D1B-6213F24B4687}"/>
              </a:ext>
            </a:extLst>
          </p:cNvPr>
          <p:cNvSpPr txBox="1"/>
          <p:nvPr/>
        </p:nvSpPr>
        <p:spPr>
          <a:xfrm>
            <a:off x="190500" y="127000"/>
            <a:ext cx="762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2800" b="1">
                <a:solidFill>
                  <a:srgbClr val="FFFFFF"/>
                </a:solidFill>
                <a:latin typeface="Microsoft YaHei" panose="020B0503020204020204" pitchFamily="34" charset="-122"/>
              </a:rPr>
              <a:t>🚗 交通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C73E96E3-3B6C-BF67-308C-975099076F3A}"/>
              </a:ext>
            </a:extLst>
          </p:cNvPr>
          <p:cNvSpPr/>
          <p:nvPr/>
        </p:nvSpPr>
        <p:spPr>
          <a:xfrm>
            <a:off x="-1333500" y="2032000"/>
            <a:ext cx="3429000" cy="1778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13CEC0F-CBE4-68E5-6A05-5EB695CAEB0A}"/>
              </a:ext>
            </a:extLst>
          </p:cNvPr>
          <p:cNvSpPr/>
          <p:nvPr/>
        </p:nvSpPr>
        <p:spPr>
          <a:xfrm>
            <a:off x="-1333500" y="2032000"/>
            <a:ext cx="3429000" cy="76200"/>
          </a:xfrm>
          <a:prstGeom prst="rect">
            <a:avLst/>
          </a:prstGeom>
          <a:solidFill>
            <a:srgbClr val="0096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D43D783-A84D-DF81-42C8-76204B5BB400}"/>
              </a:ext>
            </a:extLst>
          </p:cNvPr>
          <p:cNvSpPr txBox="1"/>
          <p:nvPr/>
        </p:nvSpPr>
        <p:spPr>
          <a:xfrm>
            <a:off x="-1231900" y="2730500"/>
            <a:ext cx="322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600" b="1">
                <a:solidFill>
                  <a:srgbClr val="009688"/>
                </a:solidFill>
                <a:latin typeface="Microsoft YaHei" panose="020B0503020204020204" pitchFamily="34" charset="-122"/>
              </a:rPr>
              <a:t>bus</a:t>
            </a:r>
            <a:endParaRPr lang="zh-CN" altLang="en-US" sz="2600" b="1">
              <a:solidFill>
                <a:srgbClr val="00968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CA41F4F-B4AB-C038-D4E4-0EA680275C88}"/>
              </a:ext>
            </a:extLst>
          </p:cNvPr>
          <p:cNvSpPr txBox="1"/>
          <p:nvPr/>
        </p:nvSpPr>
        <p:spPr>
          <a:xfrm>
            <a:off x="-1231900" y="3365500"/>
            <a:ext cx="32258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(</a:t>
            </a:r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公交</a:t>
            </a:r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)</a:t>
            </a:r>
            <a:endParaRPr lang="zh-CN" altLang="en-US" sz="1400">
              <a:solidFill>
                <a:srgbClr val="7F8C8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16CD3EFE-2E85-E09D-3F6D-F1889A02543F}"/>
              </a:ext>
            </a:extLst>
          </p:cNvPr>
          <p:cNvSpPr/>
          <p:nvPr/>
        </p:nvSpPr>
        <p:spPr>
          <a:xfrm>
            <a:off x="2476500" y="2032000"/>
            <a:ext cx="3429000" cy="1778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A4008D4-262C-A664-747F-42722A343F92}"/>
              </a:ext>
            </a:extLst>
          </p:cNvPr>
          <p:cNvSpPr/>
          <p:nvPr/>
        </p:nvSpPr>
        <p:spPr>
          <a:xfrm>
            <a:off x="2476500" y="2032000"/>
            <a:ext cx="3429000" cy="76200"/>
          </a:xfrm>
          <a:prstGeom prst="rect">
            <a:avLst/>
          </a:prstGeom>
          <a:solidFill>
            <a:srgbClr val="0096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1AC5234-2447-555D-1D62-8D111D1941D0}"/>
              </a:ext>
            </a:extLst>
          </p:cNvPr>
          <p:cNvSpPr txBox="1"/>
          <p:nvPr/>
        </p:nvSpPr>
        <p:spPr>
          <a:xfrm>
            <a:off x="2578100" y="2730500"/>
            <a:ext cx="322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600" b="1">
                <a:solidFill>
                  <a:srgbClr val="009688"/>
                </a:solidFill>
                <a:latin typeface="Microsoft YaHei" panose="020B0503020204020204" pitchFamily="34" charset="-122"/>
              </a:rPr>
              <a:t>car</a:t>
            </a:r>
            <a:endParaRPr lang="zh-CN" altLang="en-US" sz="2600" b="1">
              <a:solidFill>
                <a:srgbClr val="00968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CB709D7-C968-9844-9F95-ACA9BF0D470B}"/>
              </a:ext>
            </a:extLst>
          </p:cNvPr>
          <p:cNvSpPr txBox="1"/>
          <p:nvPr/>
        </p:nvSpPr>
        <p:spPr>
          <a:xfrm>
            <a:off x="2578100" y="3365500"/>
            <a:ext cx="32258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(</a:t>
            </a:r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汽车</a:t>
            </a:r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)</a:t>
            </a:r>
            <a:endParaRPr lang="zh-CN" altLang="en-US" sz="1400">
              <a:solidFill>
                <a:srgbClr val="7F8C8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56CA743E-236F-2756-1CE5-9E9A81951042}"/>
              </a:ext>
            </a:extLst>
          </p:cNvPr>
          <p:cNvSpPr/>
          <p:nvPr/>
        </p:nvSpPr>
        <p:spPr>
          <a:xfrm>
            <a:off x="6286500" y="2032000"/>
            <a:ext cx="3429000" cy="1778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D945ADD-346D-7A10-8BB5-B12DCF5A7E66}"/>
              </a:ext>
            </a:extLst>
          </p:cNvPr>
          <p:cNvSpPr/>
          <p:nvPr/>
        </p:nvSpPr>
        <p:spPr>
          <a:xfrm>
            <a:off x="6286500" y="2032000"/>
            <a:ext cx="3429000" cy="76200"/>
          </a:xfrm>
          <a:prstGeom prst="rect">
            <a:avLst/>
          </a:prstGeom>
          <a:solidFill>
            <a:srgbClr val="0096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F3EE80D-B2A0-FB52-72BE-A243E1477018}"/>
              </a:ext>
            </a:extLst>
          </p:cNvPr>
          <p:cNvSpPr txBox="1"/>
          <p:nvPr/>
        </p:nvSpPr>
        <p:spPr>
          <a:xfrm>
            <a:off x="6388100" y="2730500"/>
            <a:ext cx="322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600" b="1">
                <a:solidFill>
                  <a:srgbClr val="009688"/>
                </a:solidFill>
                <a:latin typeface="Microsoft YaHei" panose="020B0503020204020204" pitchFamily="34" charset="-122"/>
              </a:rPr>
              <a:t>bike</a:t>
            </a:r>
            <a:endParaRPr lang="zh-CN" altLang="en-US" sz="2600" b="1">
              <a:solidFill>
                <a:srgbClr val="00968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355E710-C04E-D119-185D-EEA9DEE7772A}"/>
              </a:ext>
            </a:extLst>
          </p:cNvPr>
          <p:cNvSpPr txBox="1"/>
          <p:nvPr/>
        </p:nvSpPr>
        <p:spPr>
          <a:xfrm>
            <a:off x="6388100" y="3365500"/>
            <a:ext cx="32258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(</a:t>
            </a:r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自行车</a:t>
            </a:r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)</a:t>
            </a:r>
            <a:endParaRPr lang="zh-CN" altLang="en-US" sz="1400">
              <a:solidFill>
                <a:srgbClr val="7F8C8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65C2B953-B0CF-ED88-9536-911C26C5C8A4}"/>
              </a:ext>
            </a:extLst>
          </p:cNvPr>
          <p:cNvSpPr/>
          <p:nvPr/>
        </p:nvSpPr>
        <p:spPr>
          <a:xfrm>
            <a:off x="10096500" y="2032000"/>
            <a:ext cx="3429000" cy="1778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28D547D-4A78-4E8E-9BA4-80CAB1DDC5E8}"/>
              </a:ext>
            </a:extLst>
          </p:cNvPr>
          <p:cNvSpPr/>
          <p:nvPr/>
        </p:nvSpPr>
        <p:spPr>
          <a:xfrm>
            <a:off x="10096500" y="2032000"/>
            <a:ext cx="3429000" cy="76200"/>
          </a:xfrm>
          <a:prstGeom prst="rect">
            <a:avLst/>
          </a:prstGeom>
          <a:solidFill>
            <a:srgbClr val="0096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EC74287-7644-EC87-4F9D-0F248733A41D}"/>
              </a:ext>
            </a:extLst>
          </p:cNvPr>
          <p:cNvSpPr txBox="1"/>
          <p:nvPr/>
        </p:nvSpPr>
        <p:spPr>
          <a:xfrm>
            <a:off x="10198100" y="2730500"/>
            <a:ext cx="322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600" b="1">
                <a:solidFill>
                  <a:srgbClr val="009688"/>
                </a:solidFill>
                <a:latin typeface="Microsoft YaHei" panose="020B0503020204020204" pitchFamily="34" charset="-122"/>
              </a:rPr>
              <a:t>train</a:t>
            </a:r>
            <a:endParaRPr lang="zh-CN" altLang="en-US" sz="2600" b="1">
              <a:solidFill>
                <a:srgbClr val="00968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00CE3DA-2A76-AD2E-F780-0EBFF6A6EE3C}"/>
              </a:ext>
            </a:extLst>
          </p:cNvPr>
          <p:cNvSpPr txBox="1"/>
          <p:nvPr/>
        </p:nvSpPr>
        <p:spPr>
          <a:xfrm>
            <a:off x="10198100" y="3365500"/>
            <a:ext cx="32258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(</a:t>
            </a:r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火车</a:t>
            </a:r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)</a:t>
            </a:r>
            <a:endParaRPr lang="zh-CN" altLang="en-US" sz="1400">
              <a:solidFill>
                <a:srgbClr val="7F8C8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2414EEA2-94F3-1728-7592-184FC0DCC04E}"/>
              </a:ext>
            </a:extLst>
          </p:cNvPr>
          <p:cNvSpPr/>
          <p:nvPr/>
        </p:nvSpPr>
        <p:spPr>
          <a:xfrm>
            <a:off x="-1333500" y="4064000"/>
            <a:ext cx="3429000" cy="1778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2DB8D97-46B5-FE51-38CF-C89592B9AB83}"/>
              </a:ext>
            </a:extLst>
          </p:cNvPr>
          <p:cNvSpPr/>
          <p:nvPr/>
        </p:nvSpPr>
        <p:spPr>
          <a:xfrm>
            <a:off x="-1333500" y="4064000"/>
            <a:ext cx="3429000" cy="76200"/>
          </a:xfrm>
          <a:prstGeom prst="rect">
            <a:avLst/>
          </a:prstGeom>
          <a:solidFill>
            <a:srgbClr val="0096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214F247-456F-983B-62A0-6E34E37843CE}"/>
              </a:ext>
            </a:extLst>
          </p:cNvPr>
          <p:cNvSpPr txBox="1"/>
          <p:nvPr/>
        </p:nvSpPr>
        <p:spPr>
          <a:xfrm>
            <a:off x="-1231900" y="4762500"/>
            <a:ext cx="322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600" b="1">
                <a:solidFill>
                  <a:srgbClr val="009688"/>
                </a:solidFill>
                <a:latin typeface="Microsoft YaHei" panose="020B0503020204020204" pitchFamily="34" charset="-122"/>
              </a:rPr>
              <a:t>plane</a:t>
            </a:r>
            <a:endParaRPr lang="zh-CN" altLang="en-US" sz="2600" b="1">
              <a:solidFill>
                <a:srgbClr val="00968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CAF6C33-7488-0DA1-E57E-B4DFCE6224FF}"/>
              </a:ext>
            </a:extLst>
          </p:cNvPr>
          <p:cNvSpPr txBox="1"/>
          <p:nvPr/>
        </p:nvSpPr>
        <p:spPr>
          <a:xfrm>
            <a:off x="-1231900" y="5397500"/>
            <a:ext cx="32258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(</a:t>
            </a:r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飞机</a:t>
            </a:r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)</a:t>
            </a:r>
            <a:endParaRPr lang="zh-CN" altLang="en-US" sz="1400">
              <a:solidFill>
                <a:srgbClr val="7F8C8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DE73EA9B-31BC-7687-3B12-F43A03ABDD14}"/>
              </a:ext>
            </a:extLst>
          </p:cNvPr>
          <p:cNvSpPr/>
          <p:nvPr/>
        </p:nvSpPr>
        <p:spPr>
          <a:xfrm>
            <a:off x="2476500" y="4064000"/>
            <a:ext cx="3429000" cy="1778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49762B8-6748-2113-9C53-6A069C8BBB7F}"/>
              </a:ext>
            </a:extLst>
          </p:cNvPr>
          <p:cNvSpPr/>
          <p:nvPr/>
        </p:nvSpPr>
        <p:spPr>
          <a:xfrm>
            <a:off x="2476500" y="4064000"/>
            <a:ext cx="3429000" cy="76200"/>
          </a:xfrm>
          <a:prstGeom prst="rect">
            <a:avLst/>
          </a:prstGeom>
          <a:solidFill>
            <a:srgbClr val="0096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E89CB589-11CC-D853-309C-269D3B6AE8B9}"/>
              </a:ext>
            </a:extLst>
          </p:cNvPr>
          <p:cNvSpPr txBox="1"/>
          <p:nvPr/>
        </p:nvSpPr>
        <p:spPr>
          <a:xfrm>
            <a:off x="2578100" y="4762500"/>
            <a:ext cx="322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600" b="1">
                <a:solidFill>
                  <a:srgbClr val="009688"/>
                </a:solidFill>
                <a:latin typeface="Microsoft YaHei" panose="020B0503020204020204" pitchFamily="34" charset="-122"/>
              </a:rPr>
              <a:t>walk</a:t>
            </a:r>
            <a:endParaRPr lang="zh-CN" altLang="en-US" sz="2600" b="1">
              <a:solidFill>
                <a:srgbClr val="00968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FD5F435-57E7-1028-E6CE-9B7A8F44D1FA}"/>
              </a:ext>
            </a:extLst>
          </p:cNvPr>
          <p:cNvSpPr txBox="1"/>
          <p:nvPr/>
        </p:nvSpPr>
        <p:spPr>
          <a:xfrm>
            <a:off x="2578100" y="5397500"/>
            <a:ext cx="32258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(</a:t>
            </a:r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走路</a:t>
            </a:r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)</a:t>
            </a:r>
            <a:endParaRPr lang="zh-CN" altLang="en-US" sz="1400">
              <a:solidFill>
                <a:srgbClr val="7F8C8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EE5A7F29-1EFB-A001-924D-01B5E268F08F}"/>
              </a:ext>
            </a:extLst>
          </p:cNvPr>
          <p:cNvSpPr/>
          <p:nvPr/>
        </p:nvSpPr>
        <p:spPr>
          <a:xfrm>
            <a:off x="6286500" y="4064000"/>
            <a:ext cx="3429000" cy="1778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68227C08-773F-B364-E0E4-FF47FEE7F577}"/>
              </a:ext>
            </a:extLst>
          </p:cNvPr>
          <p:cNvSpPr/>
          <p:nvPr/>
        </p:nvSpPr>
        <p:spPr>
          <a:xfrm>
            <a:off x="6286500" y="4064000"/>
            <a:ext cx="3429000" cy="76200"/>
          </a:xfrm>
          <a:prstGeom prst="rect">
            <a:avLst/>
          </a:prstGeom>
          <a:solidFill>
            <a:srgbClr val="0096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12CA343E-0754-7617-98AC-775BD060BC4E}"/>
              </a:ext>
            </a:extLst>
          </p:cNvPr>
          <p:cNvSpPr txBox="1"/>
          <p:nvPr/>
        </p:nvSpPr>
        <p:spPr>
          <a:xfrm>
            <a:off x="6388100" y="4762500"/>
            <a:ext cx="322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600" b="1">
                <a:solidFill>
                  <a:srgbClr val="009688"/>
                </a:solidFill>
                <a:latin typeface="Microsoft YaHei" panose="020B0503020204020204" pitchFamily="34" charset="-122"/>
              </a:rPr>
              <a:t>drive</a:t>
            </a:r>
            <a:endParaRPr lang="zh-CN" altLang="en-US" sz="2600" b="1">
              <a:solidFill>
                <a:srgbClr val="00968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034580CE-580A-6B25-54A1-06F1966B16AF}"/>
              </a:ext>
            </a:extLst>
          </p:cNvPr>
          <p:cNvSpPr txBox="1"/>
          <p:nvPr/>
        </p:nvSpPr>
        <p:spPr>
          <a:xfrm>
            <a:off x="6388100" y="5397500"/>
            <a:ext cx="32258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(</a:t>
            </a:r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开车</a:t>
            </a:r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)</a:t>
            </a:r>
            <a:endParaRPr lang="zh-CN" altLang="en-US" sz="1400">
              <a:solidFill>
                <a:srgbClr val="7F8C8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C4CCCA72-B226-82B6-153F-2EB4CDF1CEEB}"/>
              </a:ext>
            </a:extLst>
          </p:cNvPr>
          <p:cNvSpPr/>
          <p:nvPr/>
        </p:nvSpPr>
        <p:spPr>
          <a:xfrm>
            <a:off x="10096500" y="4064000"/>
            <a:ext cx="3429000" cy="1778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E306DB59-6BAC-C57E-3058-6C161D13EC91}"/>
              </a:ext>
            </a:extLst>
          </p:cNvPr>
          <p:cNvSpPr/>
          <p:nvPr/>
        </p:nvSpPr>
        <p:spPr>
          <a:xfrm>
            <a:off x="10096500" y="4064000"/>
            <a:ext cx="3429000" cy="76200"/>
          </a:xfrm>
          <a:prstGeom prst="rect">
            <a:avLst/>
          </a:prstGeom>
          <a:solidFill>
            <a:srgbClr val="0096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480DF188-EFA5-38A8-4C40-4A5BDC9E2E80}"/>
              </a:ext>
            </a:extLst>
          </p:cNvPr>
          <p:cNvSpPr txBox="1"/>
          <p:nvPr/>
        </p:nvSpPr>
        <p:spPr>
          <a:xfrm>
            <a:off x="10198100" y="4762500"/>
            <a:ext cx="322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600" b="1">
                <a:solidFill>
                  <a:srgbClr val="009688"/>
                </a:solidFill>
                <a:latin typeface="Microsoft YaHei" panose="020B0503020204020204" pitchFamily="34" charset="-122"/>
              </a:rPr>
              <a:t>ride</a:t>
            </a:r>
            <a:endParaRPr lang="zh-CN" altLang="en-US" sz="2600" b="1">
              <a:solidFill>
                <a:srgbClr val="00968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C5D57E5F-F761-4AE4-1F31-58E922200BD4}"/>
              </a:ext>
            </a:extLst>
          </p:cNvPr>
          <p:cNvSpPr txBox="1"/>
          <p:nvPr/>
        </p:nvSpPr>
        <p:spPr>
          <a:xfrm>
            <a:off x="10198100" y="5397500"/>
            <a:ext cx="32258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(</a:t>
            </a:r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骑</a:t>
            </a:r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)</a:t>
            </a:r>
            <a:endParaRPr lang="zh-CN" altLang="en-US" sz="1400">
              <a:solidFill>
                <a:srgbClr val="7F8C8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6" name="5-Point Star 35"/>
          <p:cNvSpPr/>
          <p:nvPr/>
        </p:nvSpPr>
        <p:spPr>
          <a:xfrm rot="1080000">
            <a:off x="448909" y="1946695"/>
            <a:ext cx="200000" cy="200000"/>
          </a:xfrm>
          <a:prstGeom prst="star5">
            <a:avLst/>
          </a:prstGeom>
          <a:solidFill>
            <a:srgbClr val="FFD700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5-Point Star 36"/>
          <p:cNvSpPr/>
          <p:nvPr/>
        </p:nvSpPr>
        <p:spPr>
          <a:xfrm rot="13500000">
            <a:off x="467420" y="1269198"/>
            <a:ext cx="200000" cy="200000"/>
          </a:xfrm>
          <a:prstGeom prst="star5">
            <a:avLst/>
          </a:prstGeom>
          <a:solidFill>
            <a:srgbClr val="4FC3F7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5-Point Star 37"/>
          <p:cNvSpPr/>
          <p:nvPr/>
        </p:nvSpPr>
        <p:spPr>
          <a:xfrm rot="9600000">
            <a:off x="357726" y="1428227"/>
            <a:ext cx="200000" cy="200000"/>
          </a:xfrm>
          <a:prstGeom prst="star5">
            <a:avLst/>
          </a:prstGeom>
          <a:solidFill>
            <a:srgbClr val="CE93D8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570142" y="5972737"/>
            <a:ext cx="69954" cy="69954"/>
          </a:xfrm>
          <a:prstGeom prst="ellipse">
            <a:avLst/>
          </a:prstGeom>
          <a:solidFill>
            <a:srgbClr val="B3E5FC">
              <a:alpha val="3124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981898" y="1547835"/>
            <a:ext cx="121848" cy="121848"/>
          </a:xfrm>
          <a:prstGeom prst="ellipse">
            <a:avLst/>
          </a:prstGeom>
          <a:solidFill>
            <a:srgbClr val="C8E6C9">
              <a:alpha val="1689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951430" y="1366083"/>
            <a:ext cx="76425" cy="76425"/>
          </a:xfrm>
          <a:prstGeom prst="ellipse">
            <a:avLst/>
          </a:prstGeom>
          <a:solidFill>
            <a:srgbClr val="FFE0B2">
              <a:alpha val="2802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355573" y="6317434"/>
            <a:ext cx="99483" cy="99483"/>
          </a:xfrm>
          <a:prstGeom prst="ellipse">
            <a:avLst/>
          </a:prstGeom>
          <a:solidFill>
            <a:srgbClr val="FFCDD2">
              <a:alpha val="2182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199299" y="2397814"/>
            <a:ext cx="89931" cy="89931"/>
          </a:xfrm>
          <a:prstGeom prst="ellipse">
            <a:avLst/>
          </a:prstGeom>
          <a:solidFill>
            <a:srgbClr val="FFCCBC">
              <a:alpha val="2190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3744089" y="819348"/>
            <a:ext cx="73947" cy="73947"/>
          </a:xfrm>
          <a:prstGeom prst="ellipse">
            <a:avLst/>
          </a:prstGeom>
          <a:solidFill>
            <a:srgbClr val="FFCCBC">
              <a:alpha val="2116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679168747"/>
      </p:ext>
    </p:extLst>
    <p:bg>
      <p:bgPr>
        <a:gradFill>
          <a:lin ang="3600000" scaled="1"/>
          <a:gsLst>
            <a:gs pos="0">
              <a:srgbClr val="FEF9E7"/>
            </a:gs>
            <a:gs pos="30000">
              <a:srgbClr val="FDEBD0"/>
            </a:gs>
            <a:gs pos="70000">
              <a:srgbClr val="D6EAF8"/>
            </a:gs>
            <a:gs pos="100000">
              <a:srgbClr val="E8DAEF"/>
            </a:gs>
          </a:gsLst>
        </a:gradFill>
        <a:effectLst/>
      </p:bgPr>
    </p:bg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4A93145-5691-A8FD-7094-CFD3FFB66926}"/>
              </a:ext>
            </a:extLst>
          </p:cNvPr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0096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8A47C49-E160-330E-D6C6-5CCFD7BB770B}"/>
              </a:ext>
            </a:extLst>
          </p:cNvPr>
          <p:cNvSpPr txBox="1"/>
          <p:nvPr/>
        </p:nvSpPr>
        <p:spPr>
          <a:xfrm>
            <a:off x="190500" y="127000"/>
            <a:ext cx="762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2800" b="1">
                <a:solidFill>
                  <a:srgbClr val="FFFFFF"/>
                </a:solidFill>
                <a:latin typeface="Microsoft YaHei" panose="020B0503020204020204" pitchFamily="34" charset="-122"/>
              </a:rPr>
              <a:t>👕 服饰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D3B19396-95B9-B072-EBEF-127F812A2B4C}"/>
              </a:ext>
            </a:extLst>
          </p:cNvPr>
          <p:cNvSpPr/>
          <p:nvPr/>
        </p:nvSpPr>
        <p:spPr>
          <a:xfrm>
            <a:off x="-1333500" y="2032000"/>
            <a:ext cx="3429000" cy="1778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6ADAB19-E8B8-49A1-2992-809DA766FA7A}"/>
              </a:ext>
            </a:extLst>
          </p:cNvPr>
          <p:cNvSpPr/>
          <p:nvPr/>
        </p:nvSpPr>
        <p:spPr>
          <a:xfrm>
            <a:off x="-1333500" y="2032000"/>
            <a:ext cx="3429000" cy="76200"/>
          </a:xfrm>
          <a:prstGeom prst="rect">
            <a:avLst/>
          </a:prstGeom>
          <a:solidFill>
            <a:srgbClr val="0096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3C4A31E-4875-0F6B-13D2-B4C2F4C4295C}"/>
              </a:ext>
            </a:extLst>
          </p:cNvPr>
          <p:cNvSpPr txBox="1"/>
          <p:nvPr/>
        </p:nvSpPr>
        <p:spPr>
          <a:xfrm>
            <a:off x="-1231900" y="2730500"/>
            <a:ext cx="322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600" b="1">
                <a:solidFill>
                  <a:srgbClr val="009688"/>
                </a:solidFill>
                <a:latin typeface="Microsoft YaHei" panose="020B0503020204020204" pitchFamily="34" charset="-122"/>
              </a:rPr>
              <a:t>shirt</a:t>
            </a:r>
            <a:endParaRPr lang="zh-CN" altLang="en-US" sz="2600" b="1">
              <a:solidFill>
                <a:srgbClr val="00968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401C4BA-97FD-4E11-4F85-D2204982876A}"/>
              </a:ext>
            </a:extLst>
          </p:cNvPr>
          <p:cNvSpPr txBox="1"/>
          <p:nvPr/>
        </p:nvSpPr>
        <p:spPr>
          <a:xfrm>
            <a:off x="-1231900" y="3365500"/>
            <a:ext cx="32258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(</a:t>
            </a:r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衬衫</a:t>
            </a:r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)</a:t>
            </a:r>
            <a:endParaRPr lang="zh-CN" altLang="en-US" sz="1400">
              <a:solidFill>
                <a:srgbClr val="7F8C8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EAF2C683-5BFD-A549-1CF2-7863BF743A90}"/>
              </a:ext>
            </a:extLst>
          </p:cNvPr>
          <p:cNvSpPr/>
          <p:nvPr/>
        </p:nvSpPr>
        <p:spPr>
          <a:xfrm>
            <a:off x="2476500" y="2032000"/>
            <a:ext cx="3429000" cy="1778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8F5A4C2-92E8-B8E5-691A-99B5A23D86AC}"/>
              </a:ext>
            </a:extLst>
          </p:cNvPr>
          <p:cNvSpPr/>
          <p:nvPr/>
        </p:nvSpPr>
        <p:spPr>
          <a:xfrm>
            <a:off x="2476500" y="2032000"/>
            <a:ext cx="3429000" cy="76200"/>
          </a:xfrm>
          <a:prstGeom prst="rect">
            <a:avLst/>
          </a:prstGeom>
          <a:solidFill>
            <a:srgbClr val="0096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B146461-16CD-89DE-C865-64D5C4375BEB}"/>
              </a:ext>
            </a:extLst>
          </p:cNvPr>
          <p:cNvSpPr txBox="1"/>
          <p:nvPr/>
        </p:nvSpPr>
        <p:spPr>
          <a:xfrm>
            <a:off x="2578100" y="2730500"/>
            <a:ext cx="322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600" b="1">
                <a:solidFill>
                  <a:srgbClr val="009688"/>
                </a:solidFill>
                <a:latin typeface="Microsoft YaHei" panose="020B0503020204020204" pitchFamily="34" charset="-122"/>
              </a:rPr>
              <a:t>shoes</a:t>
            </a:r>
            <a:endParaRPr lang="zh-CN" altLang="en-US" sz="2600" b="1">
              <a:solidFill>
                <a:srgbClr val="00968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2481C44-D5D1-A3A3-929C-D3E5DFFF80C3}"/>
              </a:ext>
            </a:extLst>
          </p:cNvPr>
          <p:cNvSpPr txBox="1"/>
          <p:nvPr/>
        </p:nvSpPr>
        <p:spPr>
          <a:xfrm>
            <a:off x="2578100" y="3365500"/>
            <a:ext cx="32258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(</a:t>
            </a:r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鞋</a:t>
            </a:r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)</a:t>
            </a:r>
            <a:endParaRPr lang="zh-CN" altLang="en-US" sz="1400">
              <a:solidFill>
                <a:srgbClr val="7F8C8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834D4E6A-AFC8-7E5B-BCE6-F3E83C6140C4}"/>
              </a:ext>
            </a:extLst>
          </p:cNvPr>
          <p:cNvSpPr/>
          <p:nvPr/>
        </p:nvSpPr>
        <p:spPr>
          <a:xfrm>
            <a:off x="6286500" y="2032000"/>
            <a:ext cx="3429000" cy="1778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9F9A006-5DCE-2258-E7C3-0B53F2D61FE4}"/>
              </a:ext>
            </a:extLst>
          </p:cNvPr>
          <p:cNvSpPr/>
          <p:nvPr/>
        </p:nvSpPr>
        <p:spPr>
          <a:xfrm>
            <a:off x="6286500" y="2032000"/>
            <a:ext cx="3429000" cy="76200"/>
          </a:xfrm>
          <a:prstGeom prst="rect">
            <a:avLst/>
          </a:prstGeom>
          <a:solidFill>
            <a:srgbClr val="0096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162F860-C44E-F9C7-AB0A-2368D9C3BE27}"/>
              </a:ext>
            </a:extLst>
          </p:cNvPr>
          <p:cNvSpPr txBox="1"/>
          <p:nvPr/>
        </p:nvSpPr>
        <p:spPr>
          <a:xfrm>
            <a:off x="6388100" y="2730500"/>
            <a:ext cx="322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600" b="1">
                <a:solidFill>
                  <a:srgbClr val="009688"/>
                </a:solidFill>
                <a:latin typeface="Microsoft YaHei" panose="020B0503020204020204" pitchFamily="34" charset="-122"/>
              </a:rPr>
              <a:t>hat</a:t>
            </a:r>
            <a:endParaRPr lang="zh-CN" altLang="en-US" sz="2600" b="1">
              <a:solidFill>
                <a:srgbClr val="00968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A9C6518-456E-6482-7161-4A90CCA53F95}"/>
              </a:ext>
            </a:extLst>
          </p:cNvPr>
          <p:cNvSpPr txBox="1"/>
          <p:nvPr/>
        </p:nvSpPr>
        <p:spPr>
          <a:xfrm>
            <a:off x="6388100" y="3365500"/>
            <a:ext cx="32258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(</a:t>
            </a:r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帽子</a:t>
            </a:r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)</a:t>
            </a:r>
            <a:endParaRPr lang="zh-CN" altLang="en-US" sz="1400">
              <a:solidFill>
                <a:srgbClr val="7F8C8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A7FB36A5-FA23-23AD-ED78-6B95C57BADCA}"/>
              </a:ext>
            </a:extLst>
          </p:cNvPr>
          <p:cNvSpPr/>
          <p:nvPr/>
        </p:nvSpPr>
        <p:spPr>
          <a:xfrm>
            <a:off x="10096500" y="2032000"/>
            <a:ext cx="3429000" cy="1778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843A542-4BC9-325D-1E0B-879F567FFEA2}"/>
              </a:ext>
            </a:extLst>
          </p:cNvPr>
          <p:cNvSpPr/>
          <p:nvPr/>
        </p:nvSpPr>
        <p:spPr>
          <a:xfrm>
            <a:off x="10096500" y="2032000"/>
            <a:ext cx="3429000" cy="76200"/>
          </a:xfrm>
          <a:prstGeom prst="rect">
            <a:avLst/>
          </a:prstGeom>
          <a:solidFill>
            <a:srgbClr val="0096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49915FF-F660-00C1-53A9-8A5283BEE622}"/>
              </a:ext>
            </a:extLst>
          </p:cNvPr>
          <p:cNvSpPr txBox="1"/>
          <p:nvPr/>
        </p:nvSpPr>
        <p:spPr>
          <a:xfrm>
            <a:off x="10198100" y="2730500"/>
            <a:ext cx="322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600" b="1">
                <a:solidFill>
                  <a:srgbClr val="009688"/>
                </a:solidFill>
                <a:latin typeface="Microsoft YaHei" panose="020B0503020204020204" pitchFamily="34" charset="-122"/>
              </a:rPr>
              <a:t>coat</a:t>
            </a:r>
            <a:endParaRPr lang="zh-CN" altLang="en-US" sz="2600" b="1">
              <a:solidFill>
                <a:srgbClr val="00968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00018319-BB21-C9E3-DE35-638B3267B574}"/>
              </a:ext>
            </a:extLst>
          </p:cNvPr>
          <p:cNvSpPr txBox="1"/>
          <p:nvPr/>
        </p:nvSpPr>
        <p:spPr>
          <a:xfrm>
            <a:off x="10198100" y="3365500"/>
            <a:ext cx="32258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(</a:t>
            </a:r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外套</a:t>
            </a:r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)</a:t>
            </a:r>
            <a:endParaRPr lang="zh-CN" altLang="en-US" sz="1400">
              <a:solidFill>
                <a:srgbClr val="7F8C8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81635322-CBAC-1C26-473C-D4024DBA9939}"/>
              </a:ext>
            </a:extLst>
          </p:cNvPr>
          <p:cNvSpPr/>
          <p:nvPr/>
        </p:nvSpPr>
        <p:spPr>
          <a:xfrm>
            <a:off x="-1333500" y="4064000"/>
            <a:ext cx="3429000" cy="1778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F8B4595-1BA1-6C06-42D6-58997EEDFB78}"/>
              </a:ext>
            </a:extLst>
          </p:cNvPr>
          <p:cNvSpPr/>
          <p:nvPr/>
        </p:nvSpPr>
        <p:spPr>
          <a:xfrm>
            <a:off x="-1333500" y="4064000"/>
            <a:ext cx="3429000" cy="76200"/>
          </a:xfrm>
          <a:prstGeom prst="rect">
            <a:avLst/>
          </a:prstGeom>
          <a:solidFill>
            <a:srgbClr val="0096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46A89E3-4C5F-DCEA-8EFF-357EAE2795C1}"/>
              </a:ext>
            </a:extLst>
          </p:cNvPr>
          <p:cNvSpPr txBox="1"/>
          <p:nvPr/>
        </p:nvSpPr>
        <p:spPr>
          <a:xfrm>
            <a:off x="-1231900" y="4762500"/>
            <a:ext cx="322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600" b="1">
                <a:solidFill>
                  <a:srgbClr val="009688"/>
                </a:solidFill>
                <a:latin typeface="Microsoft YaHei" panose="020B0503020204020204" pitchFamily="34" charset="-122"/>
              </a:rPr>
              <a:t>jacket</a:t>
            </a:r>
            <a:endParaRPr lang="zh-CN" altLang="en-US" sz="2600" b="1">
              <a:solidFill>
                <a:srgbClr val="00968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18B9371-FA05-85DE-3F8C-85844129DAD9}"/>
              </a:ext>
            </a:extLst>
          </p:cNvPr>
          <p:cNvSpPr txBox="1"/>
          <p:nvPr/>
        </p:nvSpPr>
        <p:spPr>
          <a:xfrm>
            <a:off x="-1231900" y="5397500"/>
            <a:ext cx="32258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(</a:t>
            </a:r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夹克</a:t>
            </a:r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)</a:t>
            </a:r>
            <a:endParaRPr lang="zh-CN" altLang="en-US" sz="1400">
              <a:solidFill>
                <a:srgbClr val="7F8C8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BF9A9F3C-545E-F5F4-494A-9E614516F0AF}"/>
              </a:ext>
            </a:extLst>
          </p:cNvPr>
          <p:cNvSpPr/>
          <p:nvPr/>
        </p:nvSpPr>
        <p:spPr>
          <a:xfrm>
            <a:off x="2476500" y="4064000"/>
            <a:ext cx="3429000" cy="1778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7813DE5-3E63-D8F3-302E-27CE8E749EE1}"/>
              </a:ext>
            </a:extLst>
          </p:cNvPr>
          <p:cNvSpPr/>
          <p:nvPr/>
        </p:nvSpPr>
        <p:spPr>
          <a:xfrm>
            <a:off x="2476500" y="4064000"/>
            <a:ext cx="3429000" cy="76200"/>
          </a:xfrm>
          <a:prstGeom prst="rect">
            <a:avLst/>
          </a:prstGeom>
          <a:solidFill>
            <a:srgbClr val="0096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FF363CD-CBED-6EF0-6E75-0834B9B2EE17}"/>
              </a:ext>
            </a:extLst>
          </p:cNvPr>
          <p:cNvSpPr txBox="1"/>
          <p:nvPr/>
        </p:nvSpPr>
        <p:spPr>
          <a:xfrm>
            <a:off x="2578100" y="4762500"/>
            <a:ext cx="322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600" b="1">
                <a:solidFill>
                  <a:srgbClr val="009688"/>
                </a:solidFill>
                <a:latin typeface="Microsoft YaHei" panose="020B0503020204020204" pitchFamily="34" charset="-122"/>
              </a:rPr>
              <a:t>trousers</a:t>
            </a:r>
            <a:endParaRPr lang="zh-CN" altLang="en-US" sz="2600" b="1">
              <a:solidFill>
                <a:srgbClr val="00968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9180024-C57E-01EB-A6E1-257085A73B82}"/>
              </a:ext>
            </a:extLst>
          </p:cNvPr>
          <p:cNvSpPr txBox="1"/>
          <p:nvPr/>
        </p:nvSpPr>
        <p:spPr>
          <a:xfrm>
            <a:off x="2578100" y="5397500"/>
            <a:ext cx="32258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(</a:t>
            </a:r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裤子</a:t>
            </a:r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)</a:t>
            </a:r>
            <a:endParaRPr lang="zh-CN" altLang="en-US" sz="1400">
              <a:solidFill>
                <a:srgbClr val="7F8C8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18725C20-1416-C07F-3804-B9276AC26AF7}"/>
              </a:ext>
            </a:extLst>
          </p:cNvPr>
          <p:cNvSpPr/>
          <p:nvPr/>
        </p:nvSpPr>
        <p:spPr>
          <a:xfrm>
            <a:off x="6286500" y="4064000"/>
            <a:ext cx="3429000" cy="1778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253277B-C812-6E09-325D-6A98C765A447}"/>
              </a:ext>
            </a:extLst>
          </p:cNvPr>
          <p:cNvSpPr/>
          <p:nvPr/>
        </p:nvSpPr>
        <p:spPr>
          <a:xfrm>
            <a:off x="6286500" y="4064000"/>
            <a:ext cx="3429000" cy="76200"/>
          </a:xfrm>
          <a:prstGeom prst="rect">
            <a:avLst/>
          </a:prstGeom>
          <a:solidFill>
            <a:srgbClr val="0096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D730DFBC-5486-48B0-C66B-CBA6C17ED9AE}"/>
              </a:ext>
            </a:extLst>
          </p:cNvPr>
          <p:cNvSpPr txBox="1"/>
          <p:nvPr/>
        </p:nvSpPr>
        <p:spPr>
          <a:xfrm>
            <a:off x="6388100" y="4762500"/>
            <a:ext cx="322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600" b="1">
                <a:solidFill>
                  <a:srgbClr val="009688"/>
                </a:solidFill>
                <a:latin typeface="Microsoft YaHei" panose="020B0503020204020204" pitchFamily="34" charset="-122"/>
              </a:rPr>
              <a:t>skirt</a:t>
            </a:r>
            <a:endParaRPr lang="zh-CN" altLang="en-US" sz="2600" b="1">
              <a:solidFill>
                <a:srgbClr val="00968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E4BC26D8-2802-3282-EC34-8EF0DBAE19F9}"/>
              </a:ext>
            </a:extLst>
          </p:cNvPr>
          <p:cNvSpPr txBox="1"/>
          <p:nvPr/>
        </p:nvSpPr>
        <p:spPr>
          <a:xfrm>
            <a:off x="6388100" y="5397500"/>
            <a:ext cx="32258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(</a:t>
            </a:r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裙子</a:t>
            </a:r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)</a:t>
            </a:r>
            <a:endParaRPr lang="zh-CN" altLang="en-US" sz="1400">
              <a:solidFill>
                <a:srgbClr val="7F8C8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44420FBE-AF2B-8A88-96EE-5199E9F85FDE}"/>
              </a:ext>
            </a:extLst>
          </p:cNvPr>
          <p:cNvSpPr/>
          <p:nvPr/>
        </p:nvSpPr>
        <p:spPr>
          <a:xfrm>
            <a:off x="10096500" y="4064000"/>
            <a:ext cx="3429000" cy="1778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9B1310C-B9E4-41C7-9815-747A0D7B6A45}"/>
              </a:ext>
            </a:extLst>
          </p:cNvPr>
          <p:cNvSpPr/>
          <p:nvPr/>
        </p:nvSpPr>
        <p:spPr>
          <a:xfrm>
            <a:off x="10096500" y="4064000"/>
            <a:ext cx="3429000" cy="76200"/>
          </a:xfrm>
          <a:prstGeom prst="rect">
            <a:avLst/>
          </a:prstGeom>
          <a:solidFill>
            <a:srgbClr val="0096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5001B32A-9DFE-0A5E-ACD7-6AD97F479F0B}"/>
              </a:ext>
            </a:extLst>
          </p:cNvPr>
          <p:cNvSpPr txBox="1"/>
          <p:nvPr/>
        </p:nvSpPr>
        <p:spPr>
          <a:xfrm>
            <a:off x="10198100" y="4762500"/>
            <a:ext cx="322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600" b="1">
                <a:solidFill>
                  <a:srgbClr val="009688"/>
                </a:solidFill>
                <a:latin typeface="Microsoft YaHei" panose="020B0503020204020204" pitchFamily="34" charset="-122"/>
              </a:rPr>
              <a:t>socks</a:t>
            </a:r>
            <a:endParaRPr lang="zh-CN" altLang="en-US" sz="2600" b="1">
              <a:solidFill>
                <a:srgbClr val="00968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0BDC1942-A2BD-DA77-2832-3E44D118A16B}"/>
              </a:ext>
            </a:extLst>
          </p:cNvPr>
          <p:cNvSpPr txBox="1"/>
          <p:nvPr/>
        </p:nvSpPr>
        <p:spPr>
          <a:xfrm>
            <a:off x="10198100" y="5397500"/>
            <a:ext cx="32258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(</a:t>
            </a:r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袜子</a:t>
            </a:r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)</a:t>
            </a:r>
            <a:endParaRPr lang="zh-CN" altLang="en-US" sz="1400">
              <a:solidFill>
                <a:srgbClr val="7F8C8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6" name="5-Point Star 35"/>
          <p:cNvSpPr/>
          <p:nvPr/>
        </p:nvSpPr>
        <p:spPr>
          <a:xfrm rot="2940000">
            <a:off x="3618985" y="6332077"/>
            <a:ext cx="200000" cy="200000"/>
          </a:xfrm>
          <a:prstGeom prst="star5">
            <a:avLst/>
          </a:prstGeom>
          <a:solidFill>
            <a:srgbClr val="CE93D8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5-Point Star 36"/>
          <p:cNvSpPr/>
          <p:nvPr/>
        </p:nvSpPr>
        <p:spPr>
          <a:xfrm rot="7020000">
            <a:off x="330886" y="6337083"/>
            <a:ext cx="200000" cy="200000"/>
          </a:xfrm>
          <a:prstGeom prst="star5">
            <a:avLst/>
          </a:prstGeom>
          <a:solidFill>
            <a:srgbClr val="4FC3F7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5-Point Star 37"/>
          <p:cNvSpPr/>
          <p:nvPr/>
        </p:nvSpPr>
        <p:spPr>
          <a:xfrm rot="8760000">
            <a:off x="11847289" y="2122683"/>
            <a:ext cx="200000" cy="200000"/>
          </a:xfrm>
          <a:prstGeom prst="star5">
            <a:avLst/>
          </a:prstGeom>
          <a:solidFill>
            <a:srgbClr val="4FC3F7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592446" y="4271402"/>
            <a:ext cx="145908" cy="145908"/>
          </a:xfrm>
          <a:prstGeom prst="ellipse">
            <a:avLst/>
          </a:prstGeom>
          <a:solidFill>
            <a:srgbClr val="C8E6C9">
              <a:alpha val="2980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408965" y="6058978"/>
            <a:ext cx="87341" cy="87341"/>
          </a:xfrm>
          <a:prstGeom prst="ellipse">
            <a:avLst/>
          </a:prstGeom>
          <a:solidFill>
            <a:srgbClr val="FFE0B2">
              <a:alpha val="2943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524353" y="6186399"/>
            <a:ext cx="85044" cy="85044"/>
          </a:xfrm>
          <a:prstGeom prst="ellipse">
            <a:avLst/>
          </a:prstGeom>
          <a:solidFill>
            <a:srgbClr val="FFCCBC">
              <a:alpha val="2422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1017765" y="409821"/>
            <a:ext cx="146831" cy="146831"/>
          </a:xfrm>
          <a:prstGeom prst="ellipse">
            <a:avLst/>
          </a:prstGeom>
          <a:solidFill>
            <a:srgbClr val="B2EBF2">
              <a:alpha val="1520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1584739" y="4275435"/>
            <a:ext cx="148065" cy="148065"/>
          </a:xfrm>
          <a:prstGeom prst="ellipse">
            <a:avLst/>
          </a:prstGeom>
          <a:solidFill>
            <a:srgbClr val="C8E6C9">
              <a:alpha val="1535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366516" y="4434506"/>
            <a:ext cx="92988" cy="92988"/>
          </a:xfrm>
          <a:prstGeom prst="ellipse">
            <a:avLst/>
          </a:prstGeom>
          <a:solidFill>
            <a:srgbClr val="FFCDD2">
              <a:alpha val="2505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099599468"/>
      </p:ext>
    </p:extLst>
    <p:bg>
      <p:bgPr>
        <a:gradFill>
          <a:lin ang="3600000" scaled="1"/>
          <a:gsLst>
            <a:gs pos="0">
              <a:srgbClr val="FEF9E7"/>
            </a:gs>
            <a:gs pos="30000">
              <a:srgbClr val="FDEBD0"/>
            </a:gs>
            <a:gs pos="70000">
              <a:srgbClr val="D6EAF8"/>
            </a:gs>
            <a:gs pos="100000">
              <a:srgbClr val="E8DAEF"/>
            </a:gs>
          </a:gsLst>
        </a:gradFill>
        <a:effectLst/>
      </p:bgPr>
    </p:bg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544CE48-9AB1-A552-5ED8-0D1F8C4D8FB4}"/>
              </a:ext>
            </a:extLst>
          </p:cNvPr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0096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40B2769-B926-4979-D8F8-6B9A8F9A25AE}"/>
              </a:ext>
            </a:extLst>
          </p:cNvPr>
          <p:cNvSpPr txBox="1"/>
          <p:nvPr/>
        </p:nvSpPr>
        <p:spPr>
          <a:xfrm>
            <a:off x="190500" y="127000"/>
            <a:ext cx="762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2800" b="1">
                <a:solidFill>
                  <a:srgbClr val="FFFFFF"/>
                </a:solidFill>
                <a:latin typeface="Microsoft YaHei" panose="020B0503020204020204" pitchFamily="34" charset="-122"/>
              </a:rPr>
              <a:t>💪 身体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6F973841-2E08-CB94-343E-84DB6BC6B5D7}"/>
              </a:ext>
            </a:extLst>
          </p:cNvPr>
          <p:cNvSpPr/>
          <p:nvPr/>
        </p:nvSpPr>
        <p:spPr>
          <a:xfrm>
            <a:off x="-1333500" y="2032000"/>
            <a:ext cx="3429000" cy="1778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0E666B4-7C42-9B33-6DEE-4205076EB4BB}"/>
              </a:ext>
            </a:extLst>
          </p:cNvPr>
          <p:cNvSpPr/>
          <p:nvPr/>
        </p:nvSpPr>
        <p:spPr>
          <a:xfrm>
            <a:off x="-1333500" y="2032000"/>
            <a:ext cx="3429000" cy="76200"/>
          </a:xfrm>
          <a:prstGeom prst="rect">
            <a:avLst/>
          </a:prstGeom>
          <a:solidFill>
            <a:srgbClr val="0096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3828322-5010-6D6D-3F9A-89E00F90E34A}"/>
              </a:ext>
            </a:extLst>
          </p:cNvPr>
          <p:cNvSpPr txBox="1"/>
          <p:nvPr/>
        </p:nvSpPr>
        <p:spPr>
          <a:xfrm>
            <a:off x="-1231900" y="2730500"/>
            <a:ext cx="322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600" b="1">
                <a:solidFill>
                  <a:srgbClr val="009688"/>
                </a:solidFill>
                <a:latin typeface="Microsoft YaHei" panose="020B0503020204020204" pitchFamily="34" charset="-122"/>
              </a:rPr>
              <a:t>head</a:t>
            </a:r>
            <a:endParaRPr lang="zh-CN" altLang="en-US" sz="2600" b="1">
              <a:solidFill>
                <a:srgbClr val="00968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85E31E3-1F08-AD66-5F3C-685B914D2993}"/>
              </a:ext>
            </a:extLst>
          </p:cNvPr>
          <p:cNvSpPr txBox="1"/>
          <p:nvPr/>
        </p:nvSpPr>
        <p:spPr>
          <a:xfrm>
            <a:off x="-1231900" y="3365500"/>
            <a:ext cx="32258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(</a:t>
            </a:r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头</a:t>
            </a:r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)</a:t>
            </a:r>
            <a:endParaRPr lang="zh-CN" altLang="en-US" sz="1400">
              <a:solidFill>
                <a:srgbClr val="7F8C8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285C7233-C828-F7AB-1EB5-74B596E79DEA}"/>
              </a:ext>
            </a:extLst>
          </p:cNvPr>
          <p:cNvSpPr/>
          <p:nvPr/>
        </p:nvSpPr>
        <p:spPr>
          <a:xfrm>
            <a:off x="2476500" y="2032000"/>
            <a:ext cx="3429000" cy="1778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90FADB2-BD7A-6D74-0416-9106524BBFEE}"/>
              </a:ext>
            </a:extLst>
          </p:cNvPr>
          <p:cNvSpPr/>
          <p:nvPr/>
        </p:nvSpPr>
        <p:spPr>
          <a:xfrm>
            <a:off x="2476500" y="2032000"/>
            <a:ext cx="3429000" cy="76200"/>
          </a:xfrm>
          <a:prstGeom prst="rect">
            <a:avLst/>
          </a:prstGeom>
          <a:solidFill>
            <a:srgbClr val="0096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48B7102-1F17-BF61-45DF-C33D67AE6697}"/>
              </a:ext>
            </a:extLst>
          </p:cNvPr>
          <p:cNvSpPr txBox="1"/>
          <p:nvPr/>
        </p:nvSpPr>
        <p:spPr>
          <a:xfrm>
            <a:off x="2578100" y="2730500"/>
            <a:ext cx="322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600" b="1">
                <a:solidFill>
                  <a:srgbClr val="009688"/>
                </a:solidFill>
                <a:latin typeface="Microsoft YaHei" panose="020B0503020204020204" pitchFamily="34" charset="-122"/>
              </a:rPr>
              <a:t>hand</a:t>
            </a:r>
            <a:endParaRPr lang="zh-CN" altLang="en-US" sz="2600" b="1">
              <a:solidFill>
                <a:srgbClr val="00968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E7DCE83-B78D-AEDE-4C77-3CA4EC94037C}"/>
              </a:ext>
            </a:extLst>
          </p:cNvPr>
          <p:cNvSpPr txBox="1"/>
          <p:nvPr/>
        </p:nvSpPr>
        <p:spPr>
          <a:xfrm>
            <a:off x="2578100" y="3365500"/>
            <a:ext cx="32258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(</a:t>
            </a:r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手</a:t>
            </a:r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)</a:t>
            </a:r>
            <a:endParaRPr lang="zh-CN" altLang="en-US" sz="1400">
              <a:solidFill>
                <a:srgbClr val="7F8C8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2C335529-D19B-13B5-665B-11DCCD404049}"/>
              </a:ext>
            </a:extLst>
          </p:cNvPr>
          <p:cNvSpPr/>
          <p:nvPr/>
        </p:nvSpPr>
        <p:spPr>
          <a:xfrm>
            <a:off x="6286500" y="2032000"/>
            <a:ext cx="3429000" cy="1778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951DACB-378A-3322-8BD9-B7C748E20D98}"/>
              </a:ext>
            </a:extLst>
          </p:cNvPr>
          <p:cNvSpPr/>
          <p:nvPr/>
        </p:nvSpPr>
        <p:spPr>
          <a:xfrm>
            <a:off x="6286500" y="2032000"/>
            <a:ext cx="3429000" cy="76200"/>
          </a:xfrm>
          <a:prstGeom prst="rect">
            <a:avLst/>
          </a:prstGeom>
          <a:solidFill>
            <a:srgbClr val="0096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9A20E92-10A4-6F47-8992-A0EFEA0B5ED1}"/>
              </a:ext>
            </a:extLst>
          </p:cNvPr>
          <p:cNvSpPr txBox="1"/>
          <p:nvPr/>
        </p:nvSpPr>
        <p:spPr>
          <a:xfrm>
            <a:off x="6388100" y="2730500"/>
            <a:ext cx="322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600" b="1">
                <a:solidFill>
                  <a:srgbClr val="009688"/>
                </a:solidFill>
                <a:latin typeface="Microsoft YaHei" panose="020B0503020204020204" pitchFamily="34" charset="-122"/>
              </a:rPr>
              <a:t>eye</a:t>
            </a:r>
            <a:endParaRPr lang="zh-CN" altLang="en-US" sz="2600" b="1">
              <a:solidFill>
                <a:srgbClr val="00968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D31C352-DCD5-E5CE-BDF8-03398BBC9781}"/>
              </a:ext>
            </a:extLst>
          </p:cNvPr>
          <p:cNvSpPr txBox="1"/>
          <p:nvPr/>
        </p:nvSpPr>
        <p:spPr>
          <a:xfrm>
            <a:off x="6388100" y="3365500"/>
            <a:ext cx="32258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(</a:t>
            </a:r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眼睛</a:t>
            </a:r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)</a:t>
            </a:r>
            <a:endParaRPr lang="zh-CN" altLang="en-US" sz="1400">
              <a:solidFill>
                <a:srgbClr val="7F8C8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B872519F-AE8C-6C70-C9B1-5B4FBFCA05A1}"/>
              </a:ext>
            </a:extLst>
          </p:cNvPr>
          <p:cNvSpPr/>
          <p:nvPr/>
        </p:nvSpPr>
        <p:spPr>
          <a:xfrm>
            <a:off x="10096500" y="2032000"/>
            <a:ext cx="3429000" cy="1778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0B426E1-4C92-AFA9-98A5-E9C6A00F183D}"/>
              </a:ext>
            </a:extLst>
          </p:cNvPr>
          <p:cNvSpPr/>
          <p:nvPr/>
        </p:nvSpPr>
        <p:spPr>
          <a:xfrm>
            <a:off x="10096500" y="2032000"/>
            <a:ext cx="3429000" cy="76200"/>
          </a:xfrm>
          <a:prstGeom prst="rect">
            <a:avLst/>
          </a:prstGeom>
          <a:solidFill>
            <a:srgbClr val="0096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EC17418-1501-8B23-BE6D-A1FB0EFFB9E5}"/>
              </a:ext>
            </a:extLst>
          </p:cNvPr>
          <p:cNvSpPr txBox="1"/>
          <p:nvPr/>
        </p:nvSpPr>
        <p:spPr>
          <a:xfrm>
            <a:off x="10198100" y="2730500"/>
            <a:ext cx="322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600" b="1">
                <a:solidFill>
                  <a:srgbClr val="009688"/>
                </a:solidFill>
                <a:latin typeface="Microsoft YaHei" panose="020B0503020204020204" pitchFamily="34" charset="-122"/>
              </a:rPr>
              <a:t>ear</a:t>
            </a:r>
            <a:endParaRPr lang="zh-CN" altLang="en-US" sz="2600" b="1">
              <a:solidFill>
                <a:srgbClr val="00968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F843F0E-F85D-0128-8A94-3FA666D3060F}"/>
              </a:ext>
            </a:extLst>
          </p:cNvPr>
          <p:cNvSpPr txBox="1"/>
          <p:nvPr/>
        </p:nvSpPr>
        <p:spPr>
          <a:xfrm>
            <a:off x="10198100" y="3365500"/>
            <a:ext cx="32258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(</a:t>
            </a:r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耳朵</a:t>
            </a:r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)</a:t>
            </a:r>
            <a:endParaRPr lang="zh-CN" altLang="en-US" sz="1400">
              <a:solidFill>
                <a:srgbClr val="7F8C8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F414FCCD-A84A-3F63-0535-61715D67CC54}"/>
              </a:ext>
            </a:extLst>
          </p:cNvPr>
          <p:cNvSpPr/>
          <p:nvPr/>
        </p:nvSpPr>
        <p:spPr>
          <a:xfrm>
            <a:off x="-1333500" y="4064000"/>
            <a:ext cx="3429000" cy="1778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5BD4CC3-719D-1CAB-5F84-CC9F649B11E9}"/>
              </a:ext>
            </a:extLst>
          </p:cNvPr>
          <p:cNvSpPr/>
          <p:nvPr/>
        </p:nvSpPr>
        <p:spPr>
          <a:xfrm>
            <a:off x="-1333500" y="4064000"/>
            <a:ext cx="3429000" cy="76200"/>
          </a:xfrm>
          <a:prstGeom prst="rect">
            <a:avLst/>
          </a:prstGeom>
          <a:solidFill>
            <a:srgbClr val="0096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4B4DBF6-0224-C2F9-1709-22D32204D77B}"/>
              </a:ext>
            </a:extLst>
          </p:cNvPr>
          <p:cNvSpPr txBox="1"/>
          <p:nvPr/>
        </p:nvSpPr>
        <p:spPr>
          <a:xfrm>
            <a:off x="-1231900" y="4762500"/>
            <a:ext cx="322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600" b="1">
                <a:solidFill>
                  <a:srgbClr val="009688"/>
                </a:solidFill>
                <a:latin typeface="Microsoft YaHei" panose="020B0503020204020204" pitchFamily="34" charset="-122"/>
              </a:rPr>
              <a:t>nose</a:t>
            </a:r>
            <a:endParaRPr lang="zh-CN" altLang="en-US" sz="2600" b="1">
              <a:solidFill>
                <a:srgbClr val="00968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F053C46-E9C1-12D1-9F64-815B681EF2C1}"/>
              </a:ext>
            </a:extLst>
          </p:cNvPr>
          <p:cNvSpPr txBox="1"/>
          <p:nvPr/>
        </p:nvSpPr>
        <p:spPr>
          <a:xfrm>
            <a:off x="-1231900" y="5397500"/>
            <a:ext cx="32258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(</a:t>
            </a:r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鼻子</a:t>
            </a:r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)</a:t>
            </a:r>
            <a:endParaRPr lang="zh-CN" altLang="en-US" sz="1400">
              <a:solidFill>
                <a:srgbClr val="7F8C8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E1A5CDC0-2123-A698-872D-D4226AE243C1}"/>
              </a:ext>
            </a:extLst>
          </p:cNvPr>
          <p:cNvSpPr/>
          <p:nvPr/>
        </p:nvSpPr>
        <p:spPr>
          <a:xfrm>
            <a:off x="2476500" y="4064000"/>
            <a:ext cx="3429000" cy="1778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B270488-2BE3-C386-692E-9727B0C25CDC}"/>
              </a:ext>
            </a:extLst>
          </p:cNvPr>
          <p:cNvSpPr/>
          <p:nvPr/>
        </p:nvSpPr>
        <p:spPr>
          <a:xfrm>
            <a:off x="2476500" y="4064000"/>
            <a:ext cx="3429000" cy="76200"/>
          </a:xfrm>
          <a:prstGeom prst="rect">
            <a:avLst/>
          </a:prstGeom>
          <a:solidFill>
            <a:srgbClr val="0096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6943B4EF-70C1-C0E7-EC25-EF801EF4F3B0}"/>
              </a:ext>
            </a:extLst>
          </p:cNvPr>
          <p:cNvSpPr txBox="1"/>
          <p:nvPr/>
        </p:nvSpPr>
        <p:spPr>
          <a:xfrm>
            <a:off x="2578100" y="4762500"/>
            <a:ext cx="322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600" b="1">
                <a:solidFill>
                  <a:srgbClr val="009688"/>
                </a:solidFill>
                <a:latin typeface="Microsoft YaHei" panose="020B0503020204020204" pitchFamily="34" charset="-122"/>
              </a:rPr>
              <a:t>mouth</a:t>
            </a:r>
            <a:endParaRPr lang="zh-CN" altLang="en-US" sz="2600" b="1">
              <a:solidFill>
                <a:srgbClr val="00968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A3EEF90-4126-DB5C-E6F2-6466626C299F}"/>
              </a:ext>
            </a:extLst>
          </p:cNvPr>
          <p:cNvSpPr txBox="1"/>
          <p:nvPr/>
        </p:nvSpPr>
        <p:spPr>
          <a:xfrm>
            <a:off x="2578100" y="5397500"/>
            <a:ext cx="32258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(</a:t>
            </a:r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嘴</a:t>
            </a:r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)</a:t>
            </a:r>
            <a:endParaRPr lang="zh-CN" altLang="en-US" sz="1400">
              <a:solidFill>
                <a:srgbClr val="7F8C8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77ACF752-79F4-59C9-2EA6-9BF7A827B70C}"/>
              </a:ext>
            </a:extLst>
          </p:cNvPr>
          <p:cNvSpPr/>
          <p:nvPr/>
        </p:nvSpPr>
        <p:spPr>
          <a:xfrm>
            <a:off x="6286500" y="4064000"/>
            <a:ext cx="3429000" cy="1778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6A3F6A7-5BE4-9ADE-141A-0900B4BB610A}"/>
              </a:ext>
            </a:extLst>
          </p:cNvPr>
          <p:cNvSpPr/>
          <p:nvPr/>
        </p:nvSpPr>
        <p:spPr>
          <a:xfrm>
            <a:off x="6286500" y="4064000"/>
            <a:ext cx="3429000" cy="76200"/>
          </a:xfrm>
          <a:prstGeom prst="rect">
            <a:avLst/>
          </a:prstGeom>
          <a:solidFill>
            <a:srgbClr val="0096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F75D3525-4531-636A-6C73-4BE3B6CE3609}"/>
              </a:ext>
            </a:extLst>
          </p:cNvPr>
          <p:cNvSpPr txBox="1"/>
          <p:nvPr/>
        </p:nvSpPr>
        <p:spPr>
          <a:xfrm>
            <a:off x="6388100" y="4762500"/>
            <a:ext cx="322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600" b="1">
                <a:solidFill>
                  <a:srgbClr val="009688"/>
                </a:solidFill>
                <a:latin typeface="Microsoft YaHei" panose="020B0503020204020204" pitchFamily="34" charset="-122"/>
              </a:rPr>
              <a:t>arm</a:t>
            </a:r>
            <a:endParaRPr lang="zh-CN" altLang="en-US" sz="2600" b="1">
              <a:solidFill>
                <a:srgbClr val="00968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D2954237-7457-41BB-4120-7724670C1D81}"/>
              </a:ext>
            </a:extLst>
          </p:cNvPr>
          <p:cNvSpPr txBox="1"/>
          <p:nvPr/>
        </p:nvSpPr>
        <p:spPr>
          <a:xfrm>
            <a:off x="6388100" y="5397500"/>
            <a:ext cx="32258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(</a:t>
            </a:r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手臂</a:t>
            </a:r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)</a:t>
            </a:r>
            <a:endParaRPr lang="zh-CN" altLang="en-US" sz="1400">
              <a:solidFill>
                <a:srgbClr val="7F8C8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551FEB0C-1605-7A67-C517-6EB29DD6CF63}"/>
              </a:ext>
            </a:extLst>
          </p:cNvPr>
          <p:cNvSpPr/>
          <p:nvPr/>
        </p:nvSpPr>
        <p:spPr>
          <a:xfrm>
            <a:off x="10096500" y="4064000"/>
            <a:ext cx="3429000" cy="1778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62F754D-22B5-808E-FAED-D8713FB2E949}"/>
              </a:ext>
            </a:extLst>
          </p:cNvPr>
          <p:cNvSpPr/>
          <p:nvPr/>
        </p:nvSpPr>
        <p:spPr>
          <a:xfrm>
            <a:off x="10096500" y="4064000"/>
            <a:ext cx="3429000" cy="76200"/>
          </a:xfrm>
          <a:prstGeom prst="rect">
            <a:avLst/>
          </a:prstGeom>
          <a:solidFill>
            <a:srgbClr val="0096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6F4DF78E-051A-F4C1-4FDD-50B22E6E2CF5}"/>
              </a:ext>
            </a:extLst>
          </p:cNvPr>
          <p:cNvSpPr txBox="1"/>
          <p:nvPr/>
        </p:nvSpPr>
        <p:spPr>
          <a:xfrm>
            <a:off x="10198100" y="4762500"/>
            <a:ext cx="322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600" b="1">
                <a:solidFill>
                  <a:srgbClr val="009688"/>
                </a:solidFill>
                <a:latin typeface="Microsoft YaHei" panose="020B0503020204020204" pitchFamily="34" charset="-122"/>
              </a:rPr>
              <a:t>leg</a:t>
            </a:r>
            <a:endParaRPr lang="zh-CN" altLang="en-US" sz="2600" b="1">
              <a:solidFill>
                <a:srgbClr val="00968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BDFA9F02-2E9D-2D13-F4DC-6BB6522F81EF}"/>
              </a:ext>
            </a:extLst>
          </p:cNvPr>
          <p:cNvSpPr txBox="1"/>
          <p:nvPr/>
        </p:nvSpPr>
        <p:spPr>
          <a:xfrm>
            <a:off x="10198100" y="5397500"/>
            <a:ext cx="32258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(</a:t>
            </a:r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腿</a:t>
            </a:r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)</a:t>
            </a:r>
            <a:endParaRPr lang="zh-CN" altLang="en-US" sz="1400">
              <a:solidFill>
                <a:srgbClr val="7F8C8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6" name="5-Point Star 35"/>
          <p:cNvSpPr/>
          <p:nvPr/>
        </p:nvSpPr>
        <p:spPr>
          <a:xfrm rot="660000">
            <a:off x="9194026" y="481403"/>
            <a:ext cx="200000" cy="200000"/>
          </a:xfrm>
          <a:prstGeom prst="star5">
            <a:avLst/>
          </a:prstGeom>
          <a:solidFill>
            <a:srgbClr val="81C784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5-Point Star 36"/>
          <p:cNvSpPr/>
          <p:nvPr/>
        </p:nvSpPr>
        <p:spPr>
          <a:xfrm rot="9360000">
            <a:off x="360440" y="712045"/>
            <a:ext cx="200000" cy="200000"/>
          </a:xfrm>
          <a:prstGeom prst="star5">
            <a:avLst/>
          </a:prstGeom>
          <a:solidFill>
            <a:srgbClr val="CE93D8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5-Point Star 37"/>
          <p:cNvSpPr/>
          <p:nvPr/>
        </p:nvSpPr>
        <p:spPr>
          <a:xfrm rot="18240000">
            <a:off x="7919186" y="371695"/>
            <a:ext cx="200000" cy="200000"/>
          </a:xfrm>
          <a:prstGeom prst="star5">
            <a:avLst/>
          </a:prstGeom>
          <a:solidFill>
            <a:srgbClr val="81C784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728406" y="4320956"/>
            <a:ext cx="104142" cy="104142"/>
          </a:xfrm>
          <a:prstGeom prst="ellipse">
            <a:avLst/>
          </a:prstGeom>
          <a:solidFill>
            <a:srgbClr val="FFE0B2">
              <a:alpha val="2506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138215" y="1564839"/>
            <a:ext cx="71593" cy="71593"/>
          </a:xfrm>
          <a:prstGeom prst="ellipse">
            <a:avLst/>
          </a:prstGeom>
          <a:solidFill>
            <a:srgbClr val="FFE0B2">
              <a:alpha val="1947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734829" y="6062313"/>
            <a:ext cx="134348" cy="134348"/>
          </a:xfrm>
          <a:prstGeom prst="ellipse">
            <a:avLst/>
          </a:prstGeom>
          <a:solidFill>
            <a:srgbClr val="FFF9C4">
              <a:alpha val="2664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104543" y="4282658"/>
            <a:ext cx="138050" cy="138050"/>
          </a:xfrm>
          <a:prstGeom prst="ellipse">
            <a:avLst/>
          </a:prstGeom>
          <a:solidFill>
            <a:srgbClr val="C8E6C9">
              <a:alpha val="1724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510101" y="612770"/>
            <a:ext cx="88124" cy="88124"/>
          </a:xfrm>
          <a:prstGeom prst="ellipse">
            <a:avLst/>
          </a:prstGeom>
          <a:solidFill>
            <a:srgbClr val="FFF9C4">
              <a:alpha val="2016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3495506" y="6529158"/>
            <a:ext cx="67509" cy="67509"/>
          </a:xfrm>
          <a:prstGeom prst="ellipse">
            <a:avLst/>
          </a:prstGeom>
          <a:solidFill>
            <a:srgbClr val="FFCCBC">
              <a:alpha val="2583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574670122"/>
      </p:ext>
    </p:extLst>
    <p:bg>
      <p:bgPr>
        <a:gradFill>
          <a:lin ang="3600000" scaled="1"/>
          <a:gsLst>
            <a:gs pos="0">
              <a:srgbClr val="FEF9E7"/>
            </a:gs>
            <a:gs pos="30000">
              <a:srgbClr val="FDEBD0"/>
            </a:gs>
            <a:gs pos="70000">
              <a:srgbClr val="D6EAF8"/>
            </a:gs>
            <a:gs pos="100000">
              <a:srgbClr val="E8DAEF"/>
            </a:gs>
          </a:gsLst>
        </a:gradFill>
        <a:effectLst/>
      </p:bgPr>
    </p:bg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lin ang="5400000" scaled="1"/>
          <a:gsLst>
            <a:gs pos="0">
              <a:srgbClr val="E0F7FA"/>
            </a:gs>
            <a:gs pos="50000">
              <a:srgbClr val="B2EBF2"/>
            </a:gs>
            <a:gs pos="100000">
              <a:srgbClr val="80DEEA"/>
            </a:gs>
          </a:gsLst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9EEA01EF-AE4F-07B0-AEB0-EE10F5E62E16}"/>
              </a:ext>
            </a:extLst>
          </p:cNvPr>
          <p:cNvSpPr/>
          <p:nvPr/>
        </p:nvSpPr>
        <p:spPr>
          <a:xfrm>
            <a:off x="254000" y="254000"/>
            <a:ext cx="1016000" cy="1016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09ED2ED-33AE-01A4-9E1D-E669F36515EA}"/>
              </a:ext>
            </a:extLst>
          </p:cNvPr>
          <p:cNvSpPr txBox="1"/>
          <p:nvPr/>
        </p:nvSpPr>
        <p:spPr>
          <a:xfrm>
            <a:off x="444500" y="444500"/>
            <a:ext cx="635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800" b="1">
                <a:solidFill>
                  <a:srgbClr val="8E44AD"/>
                </a:solidFill>
                <a:latin typeface="Microsoft YaHei" panose="020B0503020204020204" pitchFamily="34" charset="-122"/>
              </a:rPr>
              <a:t>03</a:t>
            </a:r>
            <a:endParaRPr lang="zh-CN" altLang="en-US" sz="2800" b="1">
              <a:solidFill>
                <a:srgbClr val="8E44A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D0C74E9-0D2A-4CB0-6352-BF245250C5A1}"/>
              </a:ext>
            </a:extLst>
          </p:cNvPr>
          <p:cNvSpPr txBox="1"/>
          <p:nvPr/>
        </p:nvSpPr>
        <p:spPr>
          <a:xfrm>
            <a:off x="1524000" y="317500"/>
            <a:ext cx="762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3600" b="1">
                <a:solidFill>
                  <a:srgbClr val="FFFFFF"/>
                </a:solidFill>
                <a:latin typeface="Microsoft YaHei" panose="020B0503020204020204" pitchFamily="34" charset="-122"/>
              </a:rPr>
              <a:t>💬 日常句型 </a:t>
            </a:r>
            <a:r>
              <a:rPr lang="en-US" altLang="zh-CN" sz="3600" b="1">
                <a:solidFill>
                  <a:srgbClr val="FFFFFF"/>
                </a:solidFill>
                <a:latin typeface="Microsoft YaHei" panose="020B0503020204020204" pitchFamily="34" charset="-122"/>
              </a:rPr>
              <a:t>30 </a:t>
            </a:r>
            <a:r>
              <a:rPr lang="zh-CN" altLang="en-US" sz="3600" b="1">
                <a:solidFill>
                  <a:srgbClr val="FFFFFF"/>
                </a:solidFill>
                <a:latin typeface="Microsoft YaHei" panose="020B0503020204020204" pitchFamily="34" charset="-122"/>
              </a:rPr>
              <a:t>句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167D1B4-419E-3003-0904-41B65FEEE945}"/>
              </a:ext>
            </a:extLst>
          </p:cNvPr>
          <p:cNvSpPr txBox="1"/>
          <p:nvPr/>
        </p:nvSpPr>
        <p:spPr>
          <a:xfrm>
            <a:off x="1524000" y="889000"/>
            <a:ext cx="7620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>
                <a:solidFill>
                  <a:srgbClr val="E0E0E0"/>
                </a:solidFill>
                <a:latin typeface="Microsoft YaHei" panose="020B0503020204020204" pitchFamily="34" charset="-122"/>
              </a:rPr>
              <a:t>跟读模仿 </a:t>
            </a:r>
            <a:r>
              <a:rPr lang="en-US" altLang="zh-CN">
                <a:solidFill>
                  <a:srgbClr val="E0E0E0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>
                <a:solidFill>
                  <a:srgbClr val="E0E0E0"/>
                </a:solidFill>
                <a:latin typeface="Microsoft YaHei" panose="020B0503020204020204" pitchFamily="34" charset="-122"/>
              </a:rPr>
              <a:t>培养语感</a:t>
            </a:r>
          </a:p>
        </p:txBody>
      </p:sp>
      <p:sp>
        <p:nvSpPr>
          <p:cNvPr id="6" name="五边形 5">
            <a:extLst>
              <a:ext uri="{FF2B5EF4-FFF2-40B4-BE49-F238E27FC236}">
                <a16:creationId xmlns:a16="http://schemas.microsoft.com/office/drawing/2014/main" id="{39EA8CA4-49BF-BC0B-CC05-7A9ACD5B7AFD}"/>
              </a:ext>
            </a:extLst>
          </p:cNvPr>
          <p:cNvSpPr/>
          <p:nvPr/>
        </p:nvSpPr>
        <p:spPr>
          <a:xfrm>
            <a:off x="10795000" y="381000"/>
            <a:ext cx="508000" cy="508000"/>
          </a:xfrm>
          <a:prstGeom prst="pentagon">
            <a:avLst/>
          </a:prstGeom>
          <a:solidFill>
            <a:srgbClr val="FFD7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9CD084C-E7C9-1AF0-53A8-9C44B7433B6A}"/>
              </a:ext>
            </a:extLst>
          </p:cNvPr>
          <p:cNvSpPr/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5-Point Star 7"/>
          <p:cNvSpPr/>
          <p:nvPr/>
        </p:nvSpPr>
        <p:spPr>
          <a:xfrm rot="12480000">
            <a:off x="5835316" y="6514356"/>
            <a:ext cx="200000" cy="200000"/>
          </a:xfrm>
          <a:prstGeom prst="star5">
            <a:avLst/>
          </a:prstGeom>
          <a:solidFill>
            <a:srgbClr val="FF9F43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5-Point Star 8"/>
          <p:cNvSpPr/>
          <p:nvPr/>
        </p:nvSpPr>
        <p:spPr>
          <a:xfrm rot="18720000">
            <a:off x="11763325" y="5547869"/>
            <a:ext cx="200000" cy="200000"/>
          </a:xfrm>
          <a:prstGeom prst="star5">
            <a:avLst/>
          </a:prstGeom>
          <a:solidFill>
            <a:srgbClr val="FF6B6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5-Point Star 9"/>
          <p:cNvSpPr/>
          <p:nvPr/>
        </p:nvSpPr>
        <p:spPr>
          <a:xfrm rot="11760000">
            <a:off x="419138" y="5894899"/>
            <a:ext cx="200000" cy="200000"/>
          </a:xfrm>
          <a:prstGeom prst="star5">
            <a:avLst/>
          </a:prstGeom>
          <a:solidFill>
            <a:srgbClr val="4FC3F7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5-Point Star 10"/>
          <p:cNvSpPr/>
          <p:nvPr/>
        </p:nvSpPr>
        <p:spPr>
          <a:xfrm rot="4680000">
            <a:off x="460379" y="5347317"/>
            <a:ext cx="200000" cy="200000"/>
          </a:xfrm>
          <a:prstGeom prst="star5">
            <a:avLst/>
          </a:prstGeom>
          <a:solidFill>
            <a:srgbClr val="FF9F43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5-Point Star 11"/>
          <p:cNvSpPr/>
          <p:nvPr/>
        </p:nvSpPr>
        <p:spPr>
          <a:xfrm rot="11520000">
            <a:off x="10621365" y="6373038"/>
            <a:ext cx="200000" cy="200000"/>
          </a:xfrm>
          <a:prstGeom prst="star5">
            <a:avLst/>
          </a:prstGeom>
          <a:solidFill>
            <a:srgbClr val="CE93D8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302035" y="3104833"/>
            <a:ext cx="101556" cy="101556"/>
          </a:xfrm>
          <a:prstGeom prst="ellipse">
            <a:avLst/>
          </a:prstGeom>
          <a:solidFill>
            <a:srgbClr val="B2EBF2">
              <a:alpha val="1797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21675" y="5062905"/>
            <a:ext cx="83791" cy="83791"/>
          </a:xfrm>
          <a:prstGeom prst="ellipse">
            <a:avLst/>
          </a:prstGeom>
          <a:solidFill>
            <a:srgbClr val="B3E5FC">
              <a:alpha val="1542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309760" y="5427240"/>
            <a:ext cx="138895" cy="138895"/>
          </a:xfrm>
          <a:prstGeom prst="ellipse">
            <a:avLst/>
          </a:prstGeom>
          <a:solidFill>
            <a:srgbClr val="FFE0B2">
              <a:alpha val="2405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126334" y="6285156"/>
            <a:ext cx="112588" cy="112588"/>
          </a:xfrm>
          <a:prstGeom prst="ellipse">
            <a:avLst/>
          </a:prstGeom>
          <a:solidFill>
            <a:srgbClr val="C8E6C9">
              <a:alpha val="3366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137537" y="6167725"/>
            <a:ext cx="120813" cy="120813"/>
          </a:xfrm>
          <a:prstGeom prst="ellipse">
            <a:avLst/>
          </a:prstGeom>
          <a:solidFill>
            <a:srgbClr val="E1BEE7">
              <a:alpha val="1934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038950" y="5450767"/>
            <a:ext cx="79911" cy="79911"/>
          </a:xfrm>
          <a:prstGeom prst="ellipse">
            <a:avLst/>
          </a:prstGeom>
          <a:solidFill>
            <a:srgbClr val="B2EBF2">
              <a:alpha val="2485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304228" y="3289300"/>
            <a:ext cx="95498" cy="95498"/>
          </a:xfrm>
          <a:prstGeom prst="ellipse">
            <a:avLst/>
          </a:prstGeom>
          <a:solidFill>
            <a:srgbClr val="B2EBF2">
              <a:alpha val="2180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892266" y="3257188"/>
            <a:ext cx="61410" cy="61410"/>
          </a:xfrm>
          <a:prstGeom prst="ellipse">
            <a:avLst/>
          </a:prstGeom>
          <a:solidFill>
            <a:srgbClr val="FFF9C4">
              <a:alpha val="3315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006023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lin ang="3600000" scaled="1"/>
          <a:gsLst>
            <a:gs pos="0">
              <a:srgbClr val="FEF9E7"/>
            </a:gs>
            <a:gs pos="30000">
              <a:srgbClr val="FDEBD0"/>
            </a:gs>
            <a:gs pos="70000">
              <a:srgbClr val="D6EAF8"/>
            </a:gs>
            <a:gs pos="100000">
              <a:srgbClr val="E8DAEF"/>
            </a:gs>
          </a:gsLst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1539D4A-D622-25AE-F5CD-94B49AA28A86}"/>
              </a:ext>
            </a:extLst>
          </p:cNvPr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8E44A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DECB255-5162-9722-F36E-23F76FBC484B}"/>
              </a:ext>
            </a:extLst>
          </p:cNvPr>
          <p:cNvSpPr txBox="1"/>
          <p:nvPr/>
        </p:nvSpPr>
        <p:spPr>
          <a:xfrm>
            <a:off x="254000" y="127000"/>
            <a:ext cx="762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2800" b="1">
                <a:solidFill>
                  <a:srgbClr val="FFFFFF"/>
                </a:solidFill>
                <a:latin typeface="Microsoft YaHei" panose="020B0503020204020204" pitchFamily="34" charset="-122"/>
              </a:rPr>
              <a:t>🙋 问候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6FBC99E7-F9BE-73EB-3CF4-DF7B611A3EB6}"/>
              </a:ext>
            </a:extLst>
          </p:cNvPr>
          <p:cNvSpPr/>
          <p:nvPr/>
        </p:nvSpPr>
        <p:spPr>
          <a:xfrm>
            <a:off x="381000" y="1079500"/>
            <a:ext cx="3556000" cy="17145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8DA7992-BE5C-DC90-3CCA-DB9A0EA60E25}"/>
              </a:ext>
            </a:extLst>
          </p:cNvPr>
          <p:cNvSpPr/>
          <p:nvPr/>
        </p:nvSpPr>
        <p:spPr>
          <a:xfrm>
            <a:off x="381000" y="1079500"/>
            <a:ext cx="3556000" cy="76200"/>
          </a:xfrm>
          <a:prstGeom prst="rect">
            <a:avLst/>
          </a:prstGeom>
          <a:solidFill>
            <a:srgbClr val="8E44A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696DF93-F2BA-90A5-ABD4-ED95351FDDB7}"/>
              </a:ext>
            </a:extLst>
          </p:cNvPr>
          <p:cNvSpPr txBox="1"/>
          <p:nvPr/>
        </p:nvSpPr>
        <p:spPr>
          <a:xfrm>
            <a:off x="508000" y="1905000"/>
            <a:ext cx="330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000" b="1">
                <a:solidFill>
                  <a:srgbClr val="2D6BA4"/>
                </a:solidFill>
                <a:latin typeface="Microsoft YaHei" panose="020B0503020204020204" pitchFamily="34" charset="-122"/>
              </a:rPr>
              <a:t>Good morning!</a:t>
            </a:r>
            <a:endParaRPr lang="zh-CN" altLang="en-US" sz="2000" b="1">
              <a:solidFill>
                <a:srgbClr val="2D6BA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8948059-9909-632B-87E7-E64D8AF152E1}"/>
              </a:ext>
            </a:extLst>
          </p:cNvPr>
          <p:cNvSpPr txBox="1"/>
          <p:nvPr/>
        </p:nvSpPr>
        <p:spPr>
          <a:xfrm>
            <a:off x="508000" y="1270000"/>
            <a:ext cx="330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早上好！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B267FA5E-3C72-BDBD-8DA3-82C5212C3FD0}"/>
              </a:ext>
            </a:extLst>
          </p:cNvPr>
          <p:cNvSpPr/>
          <p:nvPr/>
        </p:nvSpPr>
        <p:spPr>
          <a:xfrm>
            <a:off x="4191000" y="1079500"/>
            <a:ext cx="3556000" cy="17145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754FDB1-2694-D627-B880-28A5F42C2EE4}"/>
              </a:ext>
            </a:extLst>
          </p:cNvPr>
          <p:cNvSpPr/>
          <p:nvPr/>
        </p:nvSpPr>
        <p:spPr>
          <a:xfrm>
            <a:off x="4191000" y="1079500"/>
            <a:ext cx="3556000" cy="76200"/>
          </a:xfrm>
          <a:prstGeom prst="rect">
            <a:avLst/>
          </a:prstGeom>
          <a:solidFill>
            <a:srgbClr val="8E44A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A4EB114-C938-43E8-54A4-42B347F37EFC}"/>
              </a:ext>
            </a:extLst>
          </p:cNvPr>
          <p:cNvSpPr txBox="1"/>
          <p:nvPr/>
        </p:nvSpPr>
        <p:spPr>
          <a:xfrm>
            <a:off x="4318000" y="1905000"/>
            <a:ext cx="330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000" b="1">
                <a:solidFill>
                  <a:srgbClr val="2D6BA4"/>
                </a:solidFill>
                <a:latin typeface="Microsoft YaHei" panose="020B0503020204020204" pitchFamily="34" charset="-122"/>
              </a:rPr>
              <a:t>How are you?</a:t>
            </a:r>
            <a:endParaRPr lang="zh-CN" altLang="en-US" sz="2000" b="1">
              <a:solidFill>
                <a:srgbClr val="2D6BA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C31B991-35E1-7FDE-B3FD-872CD522AE6A}"/>
              </a:ext>
            </a:extLst>
          </p:cNvPr>
          <p:cNvSpPr txBox="1"/>
          <p:nvPr/>
        </p:nvSpPr>
        <p:spPr>
          <a:xfrm>
            <a:off x="4318000" y="1270000"/>
            <a:ext cx="330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你好吗？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3F17443F-2D7C-9611-1FD3-FEE8A44C9C48}"/>
              </a:ext>
            </a:extLst>
          </p:cNvPr>
          <p:cNvSpPr/>
          <p:nvPr/>
        </p:nvSpPr>
        <p:spPr>
          <a:xfrm>
            <a:off x="8001000" y="1079500"/>
            <a:ext cx="3556000" cy="17145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E8486D8-5B6E-AD53-B634-00567FF8B34E}"/>
              </a:ext>
            </a:extLst>
          </p:cNvPr>
          <p:cNvSpPr/>
          <p:nvPr/>
        </p:nvSpPr>
        <p:spPr>
          <a:xfrm>
            <a:off x="8001000" y="1079500"/>
            <a:ext cx="3556000" cy="76200"/>
          </a:xfrm>
          <a:prstGeom prst="rect">
            <a:avLst/>
          </a:prstGeom>
          <a:solidFill>
            <a:srgbClr val="8E44A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2C08B7D-BAB5-C7A1-9BFB-4B4CF2E6491A}"/>
              </a:ext>
            </a:extLst>
          </p:cNvPr>
          <p:cNvSpPr txBox="1"/>
          <p:nvPr/>
        </p:nvSpPr>
        <p:spPr>
          <a:xfrm>
            <a:off x="8128000" y="1905000"/>
            <a:ext cx="330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000" b="1">
                <a:solidFill>
                  <a:srgbClr val="2D6BA4"/>
                </a:solidFill>
                <a:latin typeface="Microsoft YaHei" panose="020B0503020204020204" pitchFamily="34" charset="-122"/>
              </a:rPr>
              <a:t>I'm fine, thanks.</a:t>
            </a:r>
            <a:endParaRPr lang="zh-CN" altLang="en-US" sz="2000" b="1">
              <a:solidFill>
                <a:srgbClr val="2D6BA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3BFD918-7A07-34A4-D4CF-6C5F7B8047A5}"/>
              </a:ext>
            </a:extLst>
          </p:cNvPr>
          <p:cNvSpPr txBox="1"/>
          <p:nvPr/>
        </p:nvSpPr>
        <p:spPr>
          <a:xfrm>
            <a:off x="8128000" y="1270000"/>
            <a:ext cx="330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我很好。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EB246497-A76D-473A-601E-8D55990AC23D}"/>
              </a:ext>
            </a:extLst>
          </p:cNvPr>
          <p:cNvSpPr/>
          <p:nvPr/>
        </p:nvSpPr>
        <p:spPr>
          <a:xfrm>
            <a:off x="381000" y="2984500"/>
            <a:ext cx="3556000" cy="17145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BF290D5-F016-B5FF-F5DF-8A7AAF742573}"/>
              </a:ext>
            </a:extLst>
          </p:cNvPr>
          <p:cNvSpPr/>
          <p:nvPr/>
        </p:nvSpPr>
        <p:spPr>
          <a:xfrm>
            <a:off x="381000" y="2984500"/>
            <a:ext cx="3556000" cy="76200"/>
          </a:xfrm>
          <a:prstGeom prst="rect">
            <a:avLst/>
          </a:prstGeom>
          <a:solidFill>
            <a:srgbClr val="8E44A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AB11782-8086-C395-F4FF-1FA3709EE7D4}"/>
              </a:ext>
            </a:extLst>
          </p:cNvPr>
          <p:cNvSpPr txBox="1"/>
          <p:nvPr/>
        </p:nvSpPr>
        <p:spPr>
          <a:xfrm>
            <a:off x="508000" y="3810000"/>
            <a:ext cx="330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000" b="1">
                <a:solidFill>
                  <a:srgbClr val="2D6BA4"/>
                </a:solidFill>
                <a:latin typeface="Microsoft YaHei" panose="020B0503020204020204" pitchFamily="34" charset="-122"/>
              </a:rPr>
              <a:t>Nice to meet you!</a:t>
            </a:r>
            <a:endParaRPr lang="zh-CN" altLang="en-US" sz="2000" b="1">
              <a:solidFill>
                <a:srgbClr val="2D6BA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B1E85E1-0228-17EF-7527-E127B81BC757}"/>
              </a:ext>
            </a:extLst>
          </p:cNvPr>
          <p:cNvSpPr txBox="1"/>
          <p:nvPr/>
        </p:nvSpPr>
        <p:spPr>
          <a:xfrm>
            <a:off x="508000" y="3175000"/>
            <a:ext cx="330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认识你很高兴！</a:t>
            </a:r>
          </a:p>
        </p:txBody>
      </p:sp>
      <p:sp>
        <p:nvSpPr>
          <p:cNvPr id="20" name="5-Point Star 19"/>
          <p:cNvSpPr/>
          <p:nvPr/>
        </p:nvSpPr>
        <p:spPr>
          <a:xfrm rot="1920000">
            <a:off x="1186845" y="6367882"/>
            <a:ext cx="200000" cy="200000"/>
          </a:xfrm>
          <a:prstGeom prst="star5">
            <a:avLst/>
          </a:prstGeom>
          <a:solidFill>
            <a:srgbClr val="FF6B6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5-Point Star 20"/>
          <p:cNvSpPr/>
          <p:nvPr/>
        </p:nvSpPr>
        <p:spPr>
          <a:xfrm rot="6180000">
            <a:off x="11848189" y="5357425"/>
            <a:ext cx="200000" cy="200000"/>
          </a:xfrm>
          <a:prstGeom prst="star5">
            <a:avLst/>
          </a:prstGeom>
          <a:solidFill>
            <a:srgbClr val="FF6B6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5-Point Star 21"/>
          <p:cNvSpPr/>
          <p:nvPr/>
        </p:nvSpPr>
        <p:spPr>
          <a:xfrm rot="4320000">
            <a:off x="11842941" y="832369"/>
            <a:ext cx="200000" cy="200000"/>
          </a:xfrm>
          <a:prstGeom prst="star5">
            <a:avLst/>
          </a:prstGeom>
          <a:solidFill>
            <a:srgbClr val="81C784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686351" y="2420002"/>
            <a:ext cx="131495" cy="131495"/>
          </a:xfrm>
          <a:prstGeom prst="ellipse">
            <a:avLst/>
          </a:prstGeom>
          <a:solidFill>
            <a:srgbClr val="FFCDD2">
              <a:alpha val="3202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865812" y="379526"/>
            <a:ext cx="82795" cy="82795"/>
          </a:xfrm>
          <a:prstGeom prst="ellipse">
            <a:avLst/>
          </a:prstGeom>
          <a:solidFill>
            <a:srgbClr val="B2EBF2">
              <a:alpha val="1790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986475" y="5413963"/>
            <a:ext cx="63270" cy="63270"/>
          </a:xfrm>
          <a:prstGeom prst="ellipse">
            <a:avLst/>
          </a:prstGeom>
          <a:solidFill>
            <a:srgbClr val="FFF9C4">
              <a:alpha val="1983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90614" y="4570268"/>
            <a:ext cx="136535" cy="136535"/>
          </a:xfrm>
          <a:prstGeom prst="ellipse">
            <a:avLst/>
          </a:prstGeom>
          <a:solidFill>
            <a:srgbClr val="B3E5FC">
              <a:alpha val="2718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8572" y="2640773"/>
            <a:ext cx="120070" cy="120070"/>
          </a:xfrm>
          <a:prstGeom prst="ellipse">
            <a:avLst/>
          </a:prstGeom>
          <a:solidFill>
            <a:srgbClr val="B2EBF2">
              <a:alpha val="2784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24281" y="967060"/>
            <a:ext cx="130211" cy="130211"/>
          </a:xfrm>
          <a:prstGeom prst="ellipse">
            <a:avLst/>
          </a:prstGeom>
          <a:solidFill>
            <a:srgbClr val="FFCCBC">
              <a:alpha val="1638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7837753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lin ang="3600000" scaled="1"/>
          <a:gsLst>
            <a:gs pos="0">
              <a:srgbClr val="FEF9E7"/>
            </a:gs>
            <a:gs pos="30000">
              <a:srgbClr val="FDEBD0"/>
            </a:gs>
            <a:gs pos="70000">
              <a:srgbClr val="D6EAF8"/>
            </a:gs>
            <a:gs pos="100000">
              <a:srgbClr val="E8DAEF"/>
            </a:gs>
          </a:gsLst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2767BAB-FCD0-8F3F-33FF-0663742B08C1}"/>
              </a:ext>
            </a:extLst>
          </p:cNvPr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8E44A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60C80AD-64B7-24A2-8276-514DAB173545}"/>
              </a:ext>
            </a:extLst>
          </p:cNvPr>
          <p:cNvSpPr txBox="1"/>
          <p:nvPr/>
        </p:nvSpPr>
        <p:spPr>
          <a:xfrm>
            <a:off x="254000" y="127000"/>
            <a:ext cx="762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2800" b="1">
                <a:solidFill>
                  <a:srgbClr val="FFFFFF"/>
                </a:solidFill>
                <a:latin typeface="Microsoft YaHei" panose="020B0503020204020204" pitchFamily="34" charset="-122"/>
              </a:rPr>
              <a:t>📝 介绍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95D9FBFC-C10B-9EA8-F8AD-723275F6BC79}"/>
              </a:ext>
            </a:extLst>
          </p:cNvPr>
          <p:cNvSpPr/>
          <p:nvPr/>
        </p:nvSpPr>
        <p:spPr>
          <a:xfrm>
            <a:off x="381000" y="1079500"/>
            <a:ext cx="3556000" cy="17145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0E7F894-78D2-27FB-1C2A-3849CD28232C}"/>
              </a:ext>
            </a:extLst>
          </p:cNvPr>
          <p:cNvSpPr/>
          <p:nvPr/>
        </p:nvSpPr>
        <p:spPr>
          <a:xfrm>
            <a:off x="381000" y="1079500"/>
            <a:ext cx="3556000" cy="76200"/>
          </a:xfrm>
          <a:prstGeom prst="rect">
            <a:avLst/>
          </a:prstGeom>
          <a:solidFill>
            <a:srgbClr val="8E44A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DD93E4E-A75E-3B40-0253-E075DD194BAF}"/>
              </a:ext>
            </a:extLst>
          </p:cNvPr>
          <p:cNvSpPr txBox="1"/>
          <p:nvPr/>
        </p:nvSpPr>
        <p:spPr>
          <a:xfrm>
            <a:off x="508000" y="1905000"/>
            <a:ext cx="330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000" b="1">
                <a:solidFill>
                  <a:srgbClr val="2D6BA4"/>
                </a:solidFill>
                <a:latin typeface="Microsoft YaHei" panose="020B0503020204020204" pitchFamily="34" charset="-122"/>
              </a:rPr>
              <a:t>My name is Tom.</a:t>
            </a:r>
            <a:endParaRPr lang="zh-CN" altLang="en-US" sz="2000" b="1">
              <a:solidFill>
                <a:srgbClr val="2D6BA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2244ACC-C333-3706-46C3-87EFB6DD1678}"/>
              </a:ext>
            </a:extLst>
          </p:cNvPr>
          <p:cNvSpPr txBox="1"/>
          <p:nvPr/>
        </p:nvSpPr>
        <p:spPr>
          <a:xfrm>
            <a:off x="508000" y="1270000"/>
            <a:ext cx="330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我叫</a:t>
            </a:r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Tom</a:t>
            </a:r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8CC7785F-E2F4-DFA9-29EC-94BE0EC40D59}"/>
              </a:ext>
            </a:extLst>
          </p:cNvPr>
          <p:cNvSpPr/>
          <p:nvPr/>
        </p:nvSpPr>
        <p:spPr>
          <a:xfrm>
            <a:off x="4191000" y="1079500"/>
            <a:ext cx="3556000" cy="17145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075A642-7C38-16D4-59FF-2B12F495FC06}"/>
              </a:ext>
            </a:extLst>
          </p:cNvPr>
          <p:cNvSpPr/>
          <p:nvPr/>
        </p:nvSpPr>
        <p:spPr>
          <a:xfrm>
            <a:off x="4191000" y="1079500"/>
            <a:ext cx="3556000" cy="76200"/>
          </a:xfrm>
          <a:prstGeom prst="rect">
            <a:avLst/>
          </a:prstGeom>
          <a:solidFill>
            <a:srgbClr val="8E44A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21E8BDD-E564-CD2F-2018-8F46EC0F589C}"/>
              </a:ext>
            </a:extLst>
          </p:cNvPr>
          <p:cNvSpPr txBox="1"/>
          <p:nvPr/>
        </p:nvSpPr>
        <p:spPr>
          <a:xfrm>
            <a:off x="4318000" y="1905000"/>
            <a:ext cx="330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000" b="1">
                <a:solidFill>
                  <a:srgbClr val="2D6BA4"/>
                </a:solidFill>
                <a:latin typeface="Microsoft YaHei" panose="020B0503020204020204" pitchFamily="34" charset="-122"/>
              </a:rPr>
              <a:t>I'm 12 years old.</a:t>
            </a:r>
            <a:endParaRPr lang="zh-CN" altLang="en-US" sz="2000" b="1">
              <a:solidFill>
                <a:srgbClr val="2D6BA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4E739E8-B8AE-A7FF-34DC-61625A451B75}"/>
              </a:ext>
            </a:extLst>
          </p:cNvPr>
          <p:cNvSpPr txBox="1"/>
          <p:nvPr/>
        </p:nvSpPr>
        <p:spPr>
          <a:xfrm>
            <a:off x="4318000" y="1270000"/>
            <a:ext cx="330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我</a:t>
            </a:r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12</a:t>
            </a:r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岁。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F40E09F4-CBDC-9B9A-DA02-37D4E24551AE}"/>
              </a:ext>
            </a:extLst>
          </p:cNvPr>
          <p:cNvSpPr/>
          <p:nvPr/>
        </p:nvSpPr>
        <p:spPr>
          <a:xfrm>
            <a:off x="8001000" y="1079500"/>
            <a:ext cx="3556000" cy="17145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796DE8A-EED1-ED68-6D08-12B2A812EDF0}"/>
              </a:ext>
            </a:extLst>
          </p:cNvPr>
          <p:cNvSpPr/>
          <p:nvPr/>
        </p:nvSpPr>
        <p:spPr>
          <a:xfrm>
            <a:off x="8001000" y="1079500"/>
            <a:ext cx="3556000" cy="76200"/>
          </a:xfrm>
          <a:prstGeom prst="rect">
            <a:avLst/>
          </a:prstGeom>
          <a:solidFill>
            <a:srgbClr val="8E44A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7E3CD35-0100-BDE7-61C8-2647BBAE794F}"/>
              </a:ext>
            </a:extLst>
          </p:cNvPr>
          <p:cNvSpPr txBox="1"/>
          <p:nvPr/>
        </p:nvSpPr>
        <p:spPr>
          <a:xfrm>
            <a:off x="8128000" y="1905000"/>
            <a:ext cx="330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000" b="1">
                <a:solidFill>
                  <a:srgbClr val="2D6BA4"/>
                </a:solidFill>
                <a:latin typeface="Microsoft YaHei" panose="020B0503020204020204" pitchFamily="34" charset="-122"/>
              </a:rPr>
              <a:t>I like reading.</a:t>
            </a:r>
            <a:endParaRPr lang="zh-CN" altLang="en-US" sz="2000" b="1">
              <a:solidFill>
                <a:srgbClr val="2D6BA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FD314DC-AB2E-7554-214F-49745FF88665}"/>
              </a:ext>
            </a:extLst>
          </p:cNvPr>
          <p:cNvSpPr txBox="1"/>
          <p:nvPr/>
        </p:nvSpPr>
        <p:spPr>
          <a:xfrm>
            <a:off x="8128000" y="1270000"/>
            <a:ext cx="330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我喜欢读书。</a:t>
            </a:r>
          </a:p>
        </p:txBody>
      </p:sp>
      <p:sp>
        <p:nvSpPr>
          <p:cNvPr id="16" name="5-Point Star 15"/>
          <p:cNvSpPr/>
          <p:nvPr/>
        </p:nvSpPr>
        <p:spPr>
          <a:xfrm rot="9240000">
            <a:off x="11813618" y="4002683"/>
            <a:ext cx="200000" cy="200000"/>
          </a:xfrm>
          <a:prstGeom prst="star5">
            <a:avLst/>
          </a:prstGeom>
          <a:solidFill>
            <a:srgbClr val="FF9F43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5-Point Star 16"/>
          <p:cNvSpPr/>
          <p:nvPr/>
        </p:nvSpPr>
        <p:spPr>
          <a:xfrm rot="12660000">
            <a:off x="11760733" y="5819489"/>
            <a:ext cx="200000" cy="200000"/>
          </a:xfrm>
          <a:prstGeom prst="star5">
            <a:avLst/>
          </a:prstGeom>
          <a:solidFill>
            <a:srgbClr val="81C784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5-Point Star 17"/>
          <p:cNvSpPr/>
          <p:nvPr/>
        </p:nvSpPr>
        <p:spPr>
          <a:xfrm rot="13980000">
            <a:off x="3775150" y="6319010"/>
            <a:ext cx="200000" cy="200000"/>
          </a:xfrm>
          <a:prstGeom prst="star5">
            <a:avLst/>
          </a:prstGeom>
          <a:solidFill>
            <a:srgbClr val="FFD700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315480" y="6466959"/>
            <a:ext cx="147957" cy="147957"/>
          </a:xfrm>
          <a:prstGeom prst="ellipse">
            <a:avLst/>
          </a:prstGeom>
          <a:solidFill>
            <a:srgbClr val="FFCDD2">
              <a:alpha val="2773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055172" y="3665509"/>
            <a:ext cx="125024" cy="125024"/>
          </a:xfrm>
          <a:prstGeom prst="ellipse">
            <a:avLst/>
          </a:prstGeom>
          <a:solidFill>
            <a:srgbClr val="FFCCBC">
              <a:alpha val="3499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397902" y="6443895"/>
            <a:ext cx="101316" cy="101316"/>
          </a:xfrm>
          <a:prstGeom prst="ellipse">
            <a:avLst/>
          </a:prstGeom>
          <a:solidFill>
            <a:srgbClr val="FFE0B2">
              <a:alpha val="2472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461180" y="6145462"/>
            <a:ext cx="134722" cy="134722"/>
          </a:xfrm>
          <a:prstGeom prst="ellipse">
            <a:avLst/>
          </a:prstGeom>
          <a:solidFill>
            <a:srgbClr val="FFCDD2">
              <a:alpha val="2800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738899" y="1800142"/>
            <a:ext cx="65247" cy="65247"/>
          </a:xfrm>
          <a:prstGeom prst="ellipse">
            <a:avLst/>
          </a:prstGeom>
          <a:solidFill>
            <a:srgbClr val="C8E6C9">
              <a:alpha val="2682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848749" y="3093438"/>
            <a:ext cx="90405" cy="90405"/>
          </a:xfrm>
          <a:prstGeom prst="ellipse">
            <a:avLst/>
          </a:prstGeom>
          <a:solidFill>
            <a:srgbClr val="B2EBF2">
              <a:alpha val="1910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84608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lin ang="3600000" scaled="1"/>
          <a:gsLst>
            <a:gs pos="0">
              <a:srgbClr val="FEF9E7"/>
            </a:gs>
            <a:gs pos="30000">
              <a:srgbClr val="FDEBD0"/>
            </a:gs>
            <a:gs pos="70000">
              <a:srgbClr val="D6EAF8"/>
            </a:gs>
            <a:gs pos="100000">
              <a:srgbClr val="E8DAEF"/>
            </a:gs>
          </a:gsLst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9636890-43BD-51B2-C4CB-60934FAD3238}"/>
              </a:ext>
            </a:extLst>
          </p:cNvPr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8E44A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C99B213-B0EA-045A-7D4E-3D6CC02CF34D}"/>
              </a:ext>
            </a:extLst>
          </p:cNvPr>
          <p:cNvSpPr txBox="1"/>
          <p:nvPr/>
        </p:nvSpPr>
        <p:spPr>
          <a:xfrm>
            <a:off x="254000" y="127000"/>
            <a:ext cx="762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2800" b="1">
                <a:solidFill>
                  <a:srgbClr val="FFFFFF"/>
                </a:solidFill>
                <a:latin typeface="Microsoft YaHei" panose="020B0503020204020204" pitchFamily="34" charset="-122"/>
              </a:rPr>
              <a:t>❓ 提问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2BF147A8-9241-3CDD-402A-763EB2F8AF18}"/>
              </a:ext>
            </a:extLst>
          </p:cNvPr>
          <p:cNvSpPr/>
          <p:nvPr/>
        </p:nvSpPr>
        <p:spPr>
          <a:xfrm>
            <a:off x="381000" y="1079500"/>
            <a:ext cx="3556000" cy="17145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477068E-8AD2-60B4-A52E-D18A76C71454}"/>
              </a:ext>
            </a:extLst>
          </p:cNvPr>
          <p:cNvSpPr/>
          <p:nvPr/>
        </p:nvSpPr>
        <p:spPr>
          <a:xfrm>
            <a:off x="381000" y="1079500"/>
            <a:ext cx="3556000" cy="76200"/>
          </a:xfrm>
          <a:prstGeom prst="rect">
            <a:avLst/>
          </a:prstGeom>
          <a:solidFill>
            <a:srgbClr val="8E44A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4BA71BA-27CF-D103-8ABF-B51DEE598121}"/>
              </a:ext>
            </a:extLst>
          </p:cNvPr>
          <p:cNvSpPr txBox="1"/>
          <p:nvPr/>
        </p:nvSpPr>
        <p:spPr>
          <a:xfrm>
            <a:off x="508000" y="1905000"/>
            <a:ext cx="330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000" b="1">
                <a:solidFill>
                  <a:srgbClr val="2D6BA4"/>
                </a:solidFill>
                <a:latin typeface="Microsoft YaHei" panose="020B0503020204020204" pitchFamily="34" charset="-122"/>
              </a:rPr>
              <a:t>What is this?</a:t>
            </a:r>
            <a:endParaRPr lang="zh-CN" altLang="en-US" sz="2000" b="1">
              <a:solidFill>
                <a:srgbClr val="2D6BA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5DB7BD0-CB07-3071-F0DD-4A2B2BC431D5}"/>
              </a:ext>
            </a:extLst>
          </p:cNvPr>
          <p:cNvSpPr txBox="1"/>
          <p:nvPr/>
        </p:nvSpPr>
        <p:spPr>
          <a:xfrm>
            <a:off x="508000" y="1270000"/>
            <a:ext cx="330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这是什么？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B5432CB0-24EF-FFA6-CC38-B938178AB57A}"/>
              </a:ext>
            </a:extLst>
          </p:cNvPr>
          <p:cNvSpPr/>
          <p:nvPr/>
        </p:nvSpPr>
        <p:spPr>
          <a:xfrm>
            <a:off x="4191000" y="1079500"/>
            <a:ext cx="3556000" cy="17145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425CD9F-10D1-7DBD-A5B9-4AAA5D9B5AB0}"/>
              </a:ext>
            </a:extLst>
          </p:cNvPr>
          <p:cNvSpPr/>
          <p:nvPr/>
        </p:nvSpPr>
        <p:spPr>
          <a:xfrm>
            <a:off x="4191000" y="1079500"/>
            <a:ext cx="3556000" cy="76200"/>
          </a:xfrm>
          <a:prstGeom prst="rect">
            <a:avLst/>
          </a:prstGeom>
          <a:solidFill>
            <a:srgbClr val="8E44A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B4620F0-460E-C6AE-4E36-9D2F0352AB22}"/>
              </a:ext>
            </a:extLst>
          </p:cNvPr>
          <p:cNvSpPr txBox="1"/>
          <p:nvPr/>
        </p:nvSpPr>
        <p:spPr>
          <a:xfrm>
            <a:off x="4318000" y="1905000"/>
            <a:ext cx="330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000" b="1">
                <a:solidFill>
                  <a:srgbClr val="2D6BA4"/>
                </a:solidFill>
                <a:latin typeface="Microsoft YaHei" panose="020B0503020204020204" pitchFamily="34" charset="-122"/>
              </a:rPr>
              <a:t>Where is my pen?</a:t>
            </a:r>
            <a:endParaRPr lang="zh-CN" altLang="en-US" sz="2000" b="1">
              <a:solidFill>
                <a:srgbClr val="2D6BA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8F56C9B-0B78-484F-18A1-94540391A51D}"/>
              </a:ext>
            </a:extLst>
          </p:cNvPr>
          <p:cNvSpPr txBox="1"/>
          <p:nvPr/>
        </p:nvSpPr>
        <p:spPr>
          <a:xfrm>
            <a:off x="4318000" y="1270000"/>
            <a:ext cx="330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钢笔在哪？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999AD259-6222-462A-4239-D629D56C1208}"/>
              </a:ext>
            </a:extLst>
          </p:cNvPr>
          <p:cNvSpPr/>
          <p:nvPr/>
        </p:nvSpPr>
        <p:spPr>
          <a:xfrm>
            <a:off x="8001000" y="1079500"/>
            <a:ext cx="3556000" cy="17145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2E55386-94AB-6D4C-657F-C96F6BD906C8}"/>
              </a:ext>
            </a:extLst>
          </p:cNvPr>
          <p:cNvSpPr/>
          <p:nvPr/>
        </p:nvSpPr>
        <p:spPr>
          <a:xfrm>
            <a:off x="8001000" y="1079500"/>
            <a:ext cx="3556000" cy="76200"/>
          </a:xfrm>
          <a:prstGeom prst="rect">
            <a:avLst/>
          </a:prstGeom>
          <a:solidFill>
            <a:srgbClr val="8E44A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E0BC1EE-7665-3463-D0A9-EAE5A87BC93A}"/>
              </a:ext>
            </a:extLst>
          </p:cNvPr>
          <p:cNvSpPr txBox="1"/>
          <p:nvPr/>
        </p:nvSpPr>
        <p:spPr>
          <a:xfrm>
            <a:off x="8128000" y="1905000"/>
            <a:ext cx="330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000" b="1">
                <a:solidFill>
                  <a:srgbClr val="2D6BA4"/>
                </a:solidFill>
                <a:latin typeface="Microsoft YaHei" panose="020B0503020204020204" pitchFamily="34" charset="-122"/>
              </a:rPr>
              <a:t>How much is it?</a:t>
            </a:r>
            <a:endParaRPr lang="zh-CN" altLang="en-US" sz="2000" b="1">
              <a:solidFill>
                <a:srgbClr val="2D6BA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C451B23-8110-7BEB-959D-30DB46B3D221}"/>
              </a:ext>
            </a:extLst>
          </p:cNvPr>
          <p:cNvSpPr txBox="1"/>
          <p:nvPr/>
        </p:nvSpPr>
        <p:spPr>
          <a:xfrm>
            <a:off x="8128000" y="1270000"/>
            <a:ext cx="330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多少钱？</a:t>
            </a:r>
          </a:p>
        </p:txBody>
      </p:sp>
      <p:sp>
        <p:nvSpPr>
          <p:cNvPr id="16" name="5-Point Star 15"/>
          <p:cNvSpPr/>
          <p:nvPr/>
        </p:nvSpPr>
        <p:spPr>
          <a:xfrm rot="11100000">
            <a:off x="2476745" y="6541995"/>
            <a:ext cx="200000" cy="200000"/>
          </a:xfrm>
          <a:prstGeom prst="star5">
            <a:avLst/>
          </a:prstGeom>
          <a:solidFill>
            <a:srgbClr val="4FC3F7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5-Point Star 16"/>
          <p:cNvSpPr/>
          <p:nvPr/>
        </p:nvSpPr>
        <p:spPr>
          <a:xfrm rot="1020000">
            <a:off x="1480272" y="6430925"/>
            <a:ext cx="200000" cy="200000"/>
          </a:xfrm>
          <a:prstGeom prst="star5">
            <a:avLst/>
          </a:prstGeom>
          <a:solidFill>
            <a:srgbClr val="4FC3F7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5-Point Star 17"/>
          <p:cNvSpPr/>
          <p:nvPr/>
        </p:nvSpPr>
        <p:spPr>
          <a:xfrm rot="15240000">
            <a:off x="11780951" y="5785865"/>
            <a:ext cx="200000" cy="200000"/>
          </a:xfrm>
          <a:prstGeom prst="star5">
            <a:avLst/>
          </a:prstGeom>
          <a:solidFill>
            <a:srgbClr val="81C784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18467" y="4128745"/>
            <a:ext cx="126871" cy="126871"/>
          </a:xfrm>
          <a:prstGeom prst="ellipse">
            <a:avLst/>
          </a:prstGeom>
          <a:solidFill>
            <a:srgbClr val="FFF9C4">
              <a:alpha val="1716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678439" y="6180665"/>
            <a:ext cx="87328" cy="87328"/>
          </a:xfrm>
          <a:prstGeom prst="ellipse">
            <a:avLst/>
          </a:prstGeom>
          <a:solidFill>
            <a:srgbClr val="E1BEE7">
              <a:alpha val="2222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23914" y="3077414"/>
            <a:ext cx="106200" cy="106200"/>
          </a:xfrm>
          <a:prstGeom prst="ellipse">
            <a:avLst/>
          </a:prstGeom>
          <a:solidFill>
            <a:srgbClr val="B3E5FC">
              <a:alpha val="2156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735034" y="2793568"/>
            <a:ext cx="112530" cy="112530"/>
          </a:xfrm>
          <a:prstGeom prst="ellipse">
            <a:avLst/>
          </a:prstGeom>
          <a:solidFill>
            <a:srgbClr val="B2EBF2">
              <a:alpha val="1907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067165" y="6620479"/>
            <a:ext cx="102307" cy="102307"/>
          </a:xfrm>
          <a:prstGeom prst="ellipse">
            <a:avLst/>
          </a:prstGeom>
          <a:solidFill>
            <a:srgbClr val="FFCDD2">
              <a:alpha val="1937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837742" y="3984393"/>
            <a:ext cx="130399" cy="130399"/>
          </a:xfrm>
          <a:prstGeom prst="ellipse">
            <a:avLst/>
          </a:prstGeom>
          <a:solidFill>
            <a:srgbClr val="C8E6C9">
              <a:alpha val="2865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8443637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lin ang="3600000" scaled="1"/>
          <a:gsLst>
            <a:gs pos="0">
              <a:srgbClr val="FEF9E7"/>
            </a:gs>
            <a:gs pos="30000">
              <a:srgbClr val="FDEBD0"/>
            </a:gs>
            <a:gs pos="70000">
              <a:srgbClr val="D6EAF8"/>
            </a:gs>
            <a:gs pos="100000">
              <a:srgbClr val="E8DAEF"/>
            </a:gs>
          </a:gsLst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83866BA-3130-0E4A-5094-C87D6C3A3072}"/>
              </a:ext>
            </a:extLst>
          </p:cNvPr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8E44A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7A66488-4532-02E6-16A3-EB99C9A8760B}"/>
              </a:ext>
            </a:extLst>
          </p:cNvPr>
          <p:cNvSpPr txBox="1"/>
          <p:nvPr/>
        </p:nvSpPr>
        <p:spPr>
          <a:xfrm>
            <a:off x="254000" y="127000"/>
            <a:ext cx="762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2800" b="1">
                <a:solidFill>
                  <a:srgbClr val="FFFFFF"/>
                </a:solidFill>
                <a:latin typeface="Microsoft YaHei" panose="020B0503020204020204" pitchFamily="34" charset="-122"/>
              </a:rPr>
              <a:t>❤️ 喜好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2E205E49-56B3-07F1-3825-7684F45D16D8}"/>
              </a:ext>
            </a:extLst>
          </p:cNvPr>
          <p:cNvSpPr/>
          <p:nvPr/>
        </p:nvSpPr>
        <p:spPr>
          <a:xfrm>
            <a:off x="381000" y="1079500"/>
            <a:ext cx="3556000" cy="17145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E482DC0-1EA4-E3C8-CCEB-EBDA6AE6EC5B}"/>
              </a:ext>
            </a:extLst>
          </p:cNvPr>
          <p:cNvSpPr/>
          <p:nvPr/>
        </p:nvSpPr>
        <p:spPr>
          <a:xfrm>
            <a:off x="381000" y="1079500"/>
            <a:ext cx="3556000" cy="76200"/>
          </a:xfrm>
          <a:prstGeom prst="rect">
            <a:avLst/>
          </a:prstGeom>
          <a:solidFill>
            <a:srgbClr val="8E44A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C25665D-BD58-71F6-2D60-F9B23FBCC1A1}"/>
              </a:ext>
            </a:extLst>
          </p:cNvPr>
          <p:cNvSpPr txBox="1"/>
          <p:nvPr/>
        </p:nvSpPr>
        <p:spPr>
          <a:xfrm>
            <a:off x="508000" y="1905000"/>
            <a:ext cx="330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000" b="1">
                <a:solidFill>
                  <a:srgbClr val="2D6BA4"/>
                </a:solidFill>
                <a:latin typeface="Microsoft YaHei" panose="020B0503020204020204" pitchFamily="34" charset="-122"/>
              </a:rPr>
              <a:t>I like football!</a:t>
            </a:r>
            <a:endParaRPr lang="zh-CN" altLang="en-US" sz="2000" b="1">
              <a:solidFill>
                <a:srgbClr val="2D6BA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96F861F-F843-1FA6-C4F3-C27AC1C45FA8}"/>
              </a:ext>
            </a:extLst>
          </p:cNvPr>
          <p:cNvSpPr txBox="1"/>
          <p:nvPr/>
        </p:nvSpPr>
        <p:spPr>
          <a:xfrm>
            <a:off x="508000" y="1270000"/>
            <a:ext cx="330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我喜欢足球！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A1EEB738-A884-D0B8-AC9E-6FA64D479F26}"/>
              </a:ext>
            </a:extLst>
          </p:cNvPr>
          <p:cNvSpPr/>
          <p:nvPr/>
        </p:nvSpPr>
        <p:spPr>
          <a:xfrm>
            <a:off x="4191000" y="1079500"/>
            <a:ext cx="3556000" cy="17145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04094F3-3955-1FAC-71F4-AF4D581D0BC3}"/>
              </a:ext>
            </a:extLst>
          </p:cNvPr>
          <p:cNvSpPr/>
          <p:nvPr/>
        </p:nvSpPr>
        <p:spPr>
          <a:xfrm>
            <a:off x="4191000" y="1079500"/>
            <a:ext cx="3556000" cy="76200"/>
          </a:xfrm>
          <a:prstGeom prst="rect">
            <a:avLst/>
          </a:prstGeom>
          <a:solidFill>
            <a:srgbClr val="8E44A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841CD70-D7D0-661A-6E22-B516827D0622}"/>
              </a:ext>
            </a:extLst>
          </p:cNvPr>
          <p:cNvSpPr txBox="1"/>
          <p:nvPr/>
        </p:nvSpPr>
        <p:spPr>
          <a:xfrm>
            <a:off x="4318000" y="1905000"/>
            <a:ext cx="330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000" b="1">
                <a:solidFill>
                  <a:srgbClr val="2D6BA4"/>
                </a:solidFill>
                <a:latin typeface="Microsoft YaHei" panose="020B0503020204020204" pitchFamily="34" charset="-122"/>
              </a:rPr>
              <a:t>My fav colour is blue.</a:t>
            </a:r>
            <a:endParaRPr lang="zh-CN" altLang="en-US" sz="2000" b="1">
              <a:solidFill>
                <a:srgbClr val="2D6BA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2A778F6-8597-C916-47DB-860FD5D9F909}"/>
              </a:ext>
            </a:extLst>
          </p:cNvPr>
          <p:cNvSpPr txBox="1"/>
          <p:nvPr/>
        </p:nvSpPr>
        <p:spPr>
          <a:xfrm>
            <a:off x="4318000" y="1270000"/>
            <a:ext cx="330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我最爱蓝色。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E6952261-A331-1F96-175C-E4A21F950F29}"/>
              </a:ext>
            </a:extLst>
          </p:cNvPr>
          <p:cNvSpPr/>
          <p:nvPr/>
        </p:nvSpPr>
        <p:spPr>
          <a:xfrm>
            <a:off x="8001000" y="1079500"/>
            <a:ext cx="3556000" cy="17145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F3DDAE3-F21C-3223-3F61-9DD4B5B4D8C5}"/>
              </a:ext>
            </a:extLst>
          </p:cNvPr>
          <p:cNvSpPr/>
          <p:nvPr/>
        </p:nvSpPr>
        <p:spPr>
          <a:xfrm>
            <a:off x="8001000" y="1079500"/>
            <a:ext cx="3556000" cy="76200"/>
          </a:xfrm>
          <a:prstGeom prst="rect">
            <a:avLst/>
          </a:prstGeom>
          <a:solidFill>
            <a:srgbClr val="8E44A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E6750D1-CD67-16EC-A3C6-FF05BF046A65}"/>
              </a:ext>
            </a:extLst>
          </p:cNvPr>
          <p:cNvSpPr txBox="1"/>
          <p:nvPr/>
        </p:nvSpPr>
        <p:spPr>
          <a:xfrm>
            <a:off x="8128000" y="1905000"/>
            <a:ext cx="330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000" b="1">
                <a:solidFill>
                  <a:srgbClr val="2D6BA4"/>
                </a:solidFill>
                <a:latin typeface="Microsoft YaHei" panose="020B0503020204020204" pitchFamily="34" charset="-122"/>
              </a:rPr>
              <a:t>Let's play!</a:t>
            </a:r>
            <a:endParaRPr lang="zh-CN" altLang="en-US" sz="2000" b="1">
              <a:solidFill>
                <a:srgbClr val="2D6BA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ECB4C57-A319-C1FD-DC3C-87860E604B0D}"/>
              </a:ext>
            </a:extLst>
          </p:cNvPr>
          <p:cNvSpPr txBox="1"/>
          <p:nvPr/>
        </p:nvSpPr>
        <p:spPr>
          <a:xfrm>
            <a:off x="8128000" y="1270000"/>
            <a:ext cx="330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我们一起玩！</a:t>
            </a:r>
          </a:p>
        </p:txBody>
      </p:sp>
      <p:sp>
        <p:nvSpPr>
          <p:cNvPr id="16" name="5-Point Star 15"/>
          <p:cNvSpPr/>
          <p:nvPr/>
        </p:nvSpPr>
        <p:spPr>
          <a:xfrm rot="5580000">
            <a:off x="11721096" y="3928423"/>
            <a:ext cx="200000" cy="200000"/>
          </a:xfrm>
          <a:prstGeom prst="star5">
            <a:avLst/>
          </a:prstGeom>
          <a:solidFill>
            <a:srgbClr val="81C784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5-Point Star 16"/>
          <p:cNvSpPr/>
          <p:nvPr/>
        </p:nvSpPr>
        <p:spPr>
          <a:xfrm rot="20580000">
            <a:off x="8960691" y="6475761"/>
            <a:ext cx="200000" cy="200000"/>
          </a:xfrm>
          <a:prstGeom prst="star5">
            <a:avLst/>
          </a:prstGeom>
          <a:solidFill>
            <a:srgbClr val="FF6B6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5-Point Star 17"/>
          <p:cNvSpPr/>
          <p:nvPr/>
        </p:nvSpPr>
        <p:spPr>
          <a:xfrm rot="6420000">
            <a:off x="11838565" y="695322"/>
            <a:ext cx="200000" cy="200000"/>
          </a:xfrm>
          <a:prstGeom prst="star5">
            <a:avLst/>
          </a:prstGeom>
          <a:solidFill>
            <a:srgbClr val="FF6B6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767947" y="4930277"/>
            <a:ext cx="100544" cy="100544"/>
          </a:xfrm>
          <a:prstGeom prst="ellipse">
            <a:avLst/>
          </a:prstGeom>
          <a:solidFill>
            <a:srgbClr val="FFCDD2">
              <a:alpha val="2072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912481" y="5632195"/>
            <a:ext cx="88052" cy="88052"/>
          </a:xfrm>
          <a:prstGeom prst="ellipse">
            <a:avLst/>
          </a:prstGeom>
          <a:solidFill>
            <a:srgbClr val="C8E6C9">
              <a:alpha val="2051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395596" y="6464325"/>
            <a:ext cx="61602" cy="61602"/>
          </a:xfrm>
          <a:prstGeom prst="ellipse">
            <a:avLst/>
          </a:prstGeom>
          <a:solidFill>
            <a:srgbClr val="FFCDD2">
              <a:alpha val="3333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056335" y="4221432"/>
            <a:ext cx="107159" cy="107159"/>
          </a:xfrm>
          <a:prstGeom prst="ellipse">
            <a:avLst/>
          </a:prstGeom>
          <a:solidFill>
            <a:srgbClr val="B2EBF2">
              <a:alpha val="2993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119283" y="4258920"/>
            <a:ext cx="73000" cy="73000"/>
          </a:xfrm>
          <a:prstGeom prst="ellipse">
            <a:avLst/>
          </a:prstGeom>
          <a:solidFill>
            <a:srgbClr val="B3E5FC">
              <a:alpha val="2485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439177" y="5850745"/>
            <a:ext cx="90179" cy="90179"/>
          </a:xfrm>
          <a:prstGeom prst="ellipse">
            <a:avLst/>
          </a:prstGeom>
          <a:solidFill>
            <a:srgbClr val="E1BEE7">
              <a:alpha val="3054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40566740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lin ang="3600000" scaled="1"/>
          <a:gsLst>
            <a:gs pos="0">
              <a:srgbClr val="FEF9E7"/>
            </a:gs>
            <a:gs pos="30000">
              <a:srgbClr val="FDEBD0"/>
            </a:gs>
            <a:gs pos="70000">
              <a:srgbClr val="D6EAF8"/>
            </a:gs>
            <a:gs pos="100000">
              <a:srgbClr val="E8DAEF"/>
            </a:gs>
          </a:gsLst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A991DA5-23E6-D226-4D26-B18D06B40C6D}"/>
              </a:ext>
            </a:extLst>
          </p:cNvPr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8E44A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F5C639C-9753-38F3-4977-0FF195E79FEA}"/>
              </a:ext>
            </a:extLst>
          </p:cNvPr>
          <p:cNvSpPr txBox="1"/>
          <p:nvPr/>
        </p:nvSpPr>
        <p:spPr>
          <a:xfrm>
            <a:off x="254000" y="127000"/>
            <a:ext cx="762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2800" b="1">
                <a:solidFill>
                  <a:srgbClr val="FFFFFF"/>
                </a:solidFill>
                <a:latin typeface="Microsoft YaHei" panose="020B0503020204020204" pitchFamily="34" charset="-122"/>
              </a:rPr>
              <a:t>🔄 作息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881F8B6D-E4D5-BF1F-F447-59155A78CF7A}"/>
              </a:ext>
            </a:extLst>
          </p:cNvPr>
          <p:cNvSpPr/>
          <p:nvPr/>
        </p:nvSpPr>
        <p:spPr>
          <a:xfrm>
            <a:off x="381000" y="1079500"/>
            <a:ext cx="3556000" cy="17145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6ADC853-218F-A655-2220-AD46E63354D6}"/>
              </a:ext>
            </a:extLst>
          </p:cNvPr>
          <p:cNvSpPr/>
          <p:nvPr/>
        </p:nvSpPr>
        <p:spPr>
          <a:xfrm>
            <a:off x="381000" y="1079500"/>
            <a:ext cx="3556000" cy="76200"/>
          </a:xfrm>
          <a:prstGeom prst="rect">
            <a:avLst/>
          </a:prstGeom>
          <a:solidFill>
            <a:srgbClr val="8E44A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9E84812-60ED-23BF-A113-F6267D841F7E}"/>
              </a:ext>
            </a:extLst>
          </p:cNvPr>
          <p:cNvSpPr txBox="1"/>
          <p:nvPr/>
        </p:nvSpPr>
        <p:spPr>
          <a:xfrm>
            <a:off x="508000" y="1905000"/>
            <a:ext cx="330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000" b="1">
                <a:solidFill>
                  <a:srgbClr val="2D6BA4"/>
                </a:solidFill>
                <a:latin typeface="Microsoft YaHei" panose="020B0503020204020204" pitchFamily="34" charset="-122"/>
              </a:rPr>
              <a:t>I get up at 6.</a:t>
            </a:r>
            <a:endParaRPr lang="zh-CN" altLang="en-US" sz="2000" b="1">
              <a:solidFill>
                <a:srgbClr val="2D6BA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983B73C-47E9-D3AA-0502-4F8E7D1CDFFD}"/>
              </a:ext>
            </a:extLst>
          </p:cNvPr>
          <p:cNvSpPr txBox="1"/>
          <p:nvPr/>
        </p:nvSpPr>
        <p:spPr>
          <a:xfrm>
            <a:off x="508000" y="1270000"/>
            <a:ext cx="330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我</a:t>
            </a:r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6</a:t>
            </a:r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点起床。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9B0E0D9F-3E65-6016-E67C-9613A90AAA06}"/>
              </a:ext>
            </a:extLst>
          </p:cNvPr>
          <p:cNvSpPr/>
          <p:nvPr/>
        </p:nvSpPr>
        <p:spPr>
          <a:xfrm>
            <a:off x="4191000" y="1079500"/>
            <a:ext cx="3556000" cy="17145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9573EA1-A309-4149-8684-27126CF7090A}"/>
              </a:ext>
            </a:extLst>
          </p:cNvPr>
          <p:cNvSpPr/>
          <p:nvPr/>
        </p:nvSpPr>
        <p:spPr>
          <a:xfrm>
            <a:off x="4191000" y="1079500"/>
            <a:ext cx="3556000" cy="76200"/>
          </a:xfrm>
          <a:prstGeom prst="rect">
            <a:avLst/>
          </a:prstGeom>
          <a:solidFill>
            <a:srgbClr val="8E44A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ADBCCBA-4BF0-4327-03D7-17E501167FEB}"/>
              </a:ext>
            </a:extLst>
          </p:cNvPr>
          <p:cNvSpPr txBox="1"/>
          <p:nvPr/>
        </p:nvSpPr>
        <p:spPr>
          <a:xfrm>
            <a:off x="4318000" y="1905000"/>
            <a:ext cx="330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000" b="1">
                <a:solidFill>
                  <a:srgbClr val="2D6BA4"/>
                </a:solidFill>
                <a:latin typeface="Microsoft YaHei" panose="020B0503020204020204" pitchFamily="34" charset="-122"/>
              </a:rPr>
              <a:t>I go to school by bus.</a:t>
            </a:r>
            <a:endParaRPr lang="zh-CN" altLang="en-US" sz="2000" b="1">
              <a:solidFill>
                <a:srgbClr val="2D6BA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74C9BAC-244F-52AE-926C-06EA4106E3D8}"/>
              </a:ext>
            </a:extLst>
          </p:cNvPr>
          <p:cNvSpPr txBox="1"/>
          <p:nvPr/>
        </p:nvSpPr>
        <p:spPr>
          <a:xfrm>
            <a:off x="4318000" y="1270000"/>
            <a:ext cx="330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坐公交上学。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E1E559CD-25B9-8DFE-D7DE-05EF7C744FD0}"/>
              </a:ext>
            </a:extLst>
          </p:cNvPr>
          <p:cNvSpPr/>
          <p:nvPr/>
        </p:nvSpPr>
        <p:spPr>
          <a:xfrm>
            <a:off x="8001000" y="1079500"/>
            <a:ext cx="3556000" cy="17145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6D799E7-BAE4-CCD7-8F45-CB5AA0A87374}"/>
              </a:ext>
            </a:extLst>
          </p:cNvPr>
          <p:cNvSpPr/>
          <p:nvPr/>
        </p:nvSpPr>
        <p:spPr>
          <a:xfrm>
            <a:off x="8001000" y="1079500"/>
            <a:ext cx="3556000" cy="76200"/>
          </a:xfrm>
          <a:prstGeom prst="rect">
            <a:avLst/>
          </a:prstGeom>
          <a:solidFill>
            <a:srgbClr val="8E44A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BAE094D-45E7-7C59-FB18-7CC58DAE0AA2}"/>
              </a:ext>
            </a:extLst>
          </p:cNvPr>
          <p:cNvSpPr txBox="1"/>
          <p:nvPr/>
        </p:nvSpPr>
        <p:spPr>
          <a:xfrm>
            <a:off x="8128000" y="1905000"/>
            <a:ext cx="330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000" b="1">
                <a:solidFill>
                  <a:srgbClr val="2D6BA4"/>
                </a:solidFill>
                <a:latin typeface="Microsoft YaHei" panose="020B0503020204020204" pitchFamily="34" charset="-122"/>
              </a:rPr>
              <a:t>I go to bed at 9.</a:t>
            </a:r>
            <a:endParaRPr lang="zh-CN" altLang="en-US" sz="2000" b="1">
              <a:solidFill>
                <a:srgbClr val="2D6BA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F288138-E25E-319D-BFCA-AF032BADDD6C}"/>
              </a:ext>
            </a:extLst>
          </p:cNvPr>
          <p:cNvSpPr txBox="1"/>
          <p:nvPr/>
        </p:nvSpPr>
        <p:spPr>
          <a:xfrm>
            <a:off x="8128000" y="1270000"/>
            <a:ext cx="330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9</a:t>
            </a:r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点睡觉。</a:t>
            </a:r>
          </a:p>
        </p:txBody>
      </p:sp>
      <p:sp>
        <p:nvSpPr>
          <p:cNvPr id="16" name="5-Point Star 15"/>
          <p:cNvSpPr/>
          <p:nvPr/>
        </p:nvSpPr>
        <p:spPr>
          <a:xfrm rot="20760000">
            <a:off x="11769825" y="1355922"/>
            <a:ext cx="200000" cy="200000"/>
          </a:xfrm>
          <a:prstGeom prst="star5">
            <a:avLst/>
          </a:prstGeom>
          <a:solidFill>
            <a:srgbClr val="81C784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5-Point Star 16"/>
          <p:cNvSpPr/>
          <p:nvPr/>
        </p:nvSpPr>
        <p:spPr>
          <a:xfrm rot="9540000">
            <a:off x="406113" y="5580488"/>
            <a:ext cx="200000" cy="200000"/>
          </a:xfrm>
          <a:prstGeom prst="star5">
            <a:avLst/>
          </a:prstGeom>
          <a:solidFill>
            <a:srgbClr val="CE93D8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5-Point Star 17"/>
          <p:cNvSpPr/>
          <p:nvPr/>
        </p:nvSpPr>
        <p:spPr>
          <a:xfrm rot="7800000">
            <a:off x="7960203" y="6513825"/>
            <a:ext cx="200000" cy="200000"/>
          </a:xfrm>
          <a:prstGeom prst="star5">
            <a:avLst/>
          </a:prstGeom>
          <a:solidFill>
            <a:srgbClr val="81C784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38083" y="5831656"/>
            <a:ext cx="77569" cy="77569"/>
          </a:xfrm>
          <a:prstGeom prst="ellipse">
            <a:avLst/>
          </a:prstGeom>
          <a:solidFill>
            <a:srgbClr val="E1BEE7">
              <a:alpha val="3141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391849" y="6512409"/>
            <a:ext cx="119693" cy="119693"/>
          </a:xfrm>
          <a:prstGeom prst="ellipse">
            <a:avLst/>
          </a:prstGeom>
          <a:solidFill>
            <a:srgbClr val="FFE0B2">
              <a:alpha val="1515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633856" y="4494749"/>
            <a:ext cx="145884" cy="145884"/>
          </a:xfrm>
          <a:prstGeom prst="ellipse">
            <a:avLst/>
          </a:prstGeom>
          <a:solidFill>
            <a:srgbClr val="FFE0B2">
              <a:alpha val="1728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271860" y="4231331"/>
            <a:ext cx="117496" cy="117496"/>
          </a:xfrm>
          <a:prstGeom prst="ellipse">
            <a:avLst/>
          </a:prstGeom>
          <a:solidFill>
            <a:srgbClr val="E1BEE7">
              <a:alpha val="2380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565722" y="2578008"/>
            <a:ext cx="85811" cy="85811"/>
          </a:xfrm>
          <a:prstGeom prst="ellipse">
            <a:avLst/>
          </a:prstGeom>
          <a:solidFill>
            <a:srgbClr val="FFF9C4">
              <a:alpha val="3293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91025" y="4624469"/>
            <a:ext cx="61337" cy="61337"/>
          </a:xfrm>
          <a:prstGeom prst="ellipse">
            <a:avLst/>
          </a:prstGeom>
          <a:solidFill>
            <a:srgbClr val="B3E5FC">
              <a:alpha val="3001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478057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lin ang="5400000" scaled="1"/>
          <a:gsLst>
            <a:gs pos="0">
              <a:srgbClr val="FFF3E0"/>
            </a:gs>
            <a:gs pos="50000">
              <a:srgbClr val="FFE0B2"/>
            </a:gs>
            <a:gs pos="100000">
              <a:srgbClr val="FFCC80"/>
            </a:gs>
          </a:gsLst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22859745-1522-F890-7A10-824AA0EF11F8}"/>
              </a:ext>
            </a:extLst>
          </p:cNvPr>
          <p:cNvSpPr/>
          <p:nvPr/>
        </p:nvSpPr>
        <p:spPr>
          <a:xfrm>
            <a:off x="254000" y="254000"/>
            <a:ext cx="1016000" cy="1016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99BCF74-FB36-4158-5CB4-F6E17EE850E3}"/>
              </a:ext>
            </a:extLst>
          </p:cNvPr>
          <p:cNvSpPr txBox="1"/>
          <p:nvPr/>
        </p:nvSpPr>
        <p:spPr>
          <a:xfrm>
            <a:off x="444500" y="444500"/>
            <a:ext cx="635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800" b="1">
                <a:solidFill>
                  <a:srgbClr val="E67E22"/>
                </a:solidFill>
                <a:latin typeface="Microsoft YaHei" panose="020B0503020204020204" pitchFamily="34" charset="-122"/>
              </a:rPr>
              <a:t>04</a:t>
            </a:r>
            <a:endParaRPr lang="zh-CN" altLang="en-US" sz="2800" b="1">
              <a:solidFill>
                <a:srgbClr val="E67E22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C9A9473-F26E-D6D8-6B80-1944FF8502BD}"/>
              </a:ext>
            </a:extLst>
          </p:cNvPr>
          <p:cNvSpPr txBox="1"/>
          <p:nvPr/>
        </p:nvSpPr>
        <p:spPr>
          <a:xfrm>
            <a:off x="1524000" y="317500"/>
            <a:ext cx="762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3600" b="1">
                <a:solidFill>
                  <a:srgbClr val="FFFFFF"/>
                </a:solidFill>
                <a:latin typeface="Microsoft YaHei" panose="020B0503020204020204" pitchFamily="34" charset="-122"/>
              </a:rPr>
              <a:t>📖 基础语法入门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3636CA0-C3E3-89ED-6A8B-10171E44FC55}"/>
              </a:ext>
            </a:extLst>
          </p:cNvPr>
          <p:cNvSpPr txBox="1"/>
          <p:nvPr/>
        </p:nvSpPr>
        <p:spPr>
          <a:xfrm>
            <a:off x="1524000" y="889000"/>
            <a:ext cx="7620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>
                <a:solidFill>
                  <a:srgbClr val="E0E0E0"/>
                </a:solidFill>
                <a:latin typeface="Microsoft YaHei" panose="020B0503020204020204" pitchFamily="34" charset="-122"/>
              </a:rPr>
              <a:t>代词 </a:t>
            </a:r>
            <a:r>
              <a:rPr lang="en-US" altLang="zh-CN">
                <a:solidFill>
                  <a:srgbClr val="E0E0E0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>
                <a:solidFill>
                  <a:srgbClr val="E0E0E0"/>
                </a:solidFill>
                <a:latin typeface="Microsoft YaHei" panose="020B0503020204020204" pitchFamily="34" charset="-122"/>
              </a:rPr>
              <a:t>时态 </a:t>
            </a:r>
            <a:r>
              <a:rPr lang="en-US" altLang="zh-CN">
                <a:solidFill>
                  <a:srgbClr val="E0E0E0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>
                <a:solidFill>
                  <a:srgbClr val="E0E0E0"/>
                </a:solidFill>
                <a:latin typeface="Microsoft YaHei" panose="020B0503020204020204" pitchFamily="34" charset="-122"/>
              </a:rPr>
              <a:t>情态动词 </a:t>
            </a:r>
            <a:r>
              <a:rPr lang="en-US" altLang="zh-CN">
                <a:solidFill>
                  <a:srgbClr val="E0E0E0"/>
                </a:solidFill>
                <a:latin typeface="Microsoft YaHei" panose="020B0503020204020204" pitchFamily="34" charset="-122"/>
              </a:rPr>
              <a:t>· There be</a:t>
            </a:r>
            <a:endParaRPr lang="zh-CN" altLang="en-US">
              <a:solidFill>
                <a:srgbClr val="E0E0E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五边形 5">
            <a:extLst>
              <a:ext uri="{FF2B5EF4-FFF2-40B4-BE49-F238E27FC236}">
                <a16:creationId xmlns:a16="http://schemas.microsoft.com/office/drawing/2014/main" id="{15D06014-EFD2-1C8B-2EF2-B667EF863A1F}"/>
              </a:ext>
            </a:extLst>
          </p:cNvPr>
          <p:cNvSpPr/>
          <p:nvPr/>
        </p:nvSpPr>
        <p:spPr>
          <a:xfrm>
            <a:off x="10795000" y="381000"/>
            <a:ext cx="508000" cy="508000"/>
          </a:xfrm>
          <a:prstGeom prst="pentagon">
            <a:avLst/>
          </a:prstGeom>
          <a:solidFill>
            <a:srgbClr val="FFD7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78AFB5D-0EDF-0014-AA20-CCB9ED78EF3F}"/>
              </a:ext>
            </a:extLst>
          </p:cNvPr>
          <p:cNvSpPr/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5-Point Star 7"/>
          <p:cNvSpPr/>
          <p:nvPr/>
        </p:nvSpPr>
        <p:spPr>
          <a:xfrm rot="1980000">
            <a:off x="10474432" y="439215"/>
            <a:ext cx="200000" cy="200000"/>
          </a:xfrm>
          <a:prstGeom prst="star5">
            <a:avLst/>
          </a:prstGeom>
          <a:solidFill>
            <a:srgbClr val="81C784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5-Point Star 8"/>
          <p:cNvSpPr/>
          <p:nvPr/>
        </p:nvSpPr>
        <p:spPr>
          <a:xfrm rot="21120000">
            <a:off x="11797014" y="5038686"/>
            <a:ext cx="200000" cy="200000"/>
          </a:xfrm>
          <a:prstGeom prst="star5">
            <a:avLst/>
          </a:prstGeom>
          <a:solidFill>
            <a:srgbClr val="FF9F43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5-Point Star 9"/>
          <p:cNvSpPr/>
          <p:nvPr/>
        </p:nvSpPr>
        <p:spPr>
          <a:xfrm rot="20520000">
            <a:off x="363409" y="3163062"/>
            <a:ext cx="200000" cy="200000"/>
          </a:xfrm>
          <a:prstGeom prst="star5">
            <a:avLst/>
          </a:prstGeom>
          <a:solidFill>
            <a:srgbClr val="FF6B6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5-Point Star 10"/>
          <p:cNvSpPr/>
          <p:nvPr/>
        </p:nvSpPr>
        <p:spPr>
          <a:xfrm rot="10380000">
            <a:off x="326876" y="2594129"/>
            <a:ext cx="200000" cy="200000"/>
          </a:xfrm>
          <a:prstGeom prst="star5">
            <a:avLst/>
          </a:prstGeom>
          <a:solidFill>
            <a:srgbClr val="CE93D8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5-Point Star 11"/>
          <p:cNvSpPr/>
          <p:nvPr/>
        </p:nvSpPr>
        <p:spPr>
          <a:xfrm rot="8760000">
            <a:off x="11863852" y="2781833"/>
            <a:ext cx="200000" cy="200000"/>
          </a:xfrm>
          <a:prstGeom prst="star5">
            <a:avLst/>
          </a:prstGeom>
          <a:solidFill>
            <a:srgbClr val="81C784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437846" y="3452512"/>
            <a:ext cx="127326" cy="127326"/>
          </a:xfrm>
          <a:prstGeom prst="ellipse">
            <a:avLst/>
          </a:prstGeom>
          <a:solidFill>
            <a:srgbClr val="E1BEE7">
              <a:alpha val="3216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60511" y="3161941"/>
            <a:ext cx="61921" cy="61921"/>
          </a:xfrm>
          <a:prstGeom prst="ellipse">
            <a:avLst/>
          </a:prstGeom>
          <a:solidFill>
            <a:srgbClr val="FFCCBC">
              <a:alpha val="2136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976452" y="3331018"/>
            <a:ext cx="120075" cy="120075"/>
          </a:xfrm>
          <a:prstGeom prst="ellipse">
            <a:avLst/>
          </a:prstGeom>
          <a:solidFill>
            <a:srgbClr val="FFCDD2">
              <a:alpha val="294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708271" y="3675674"/>
            <a:ext cx="112357" cy="112357"/>
          </a:xfrm>
          <a:prstGeom prst="ellipse">
            <a:avLst/>
          </a:prstGeom>
          <a:solidFill>
            <a:srgbClr val="FFF9C4">
              <a:alpha val="2777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74291" y="1611718"/>
            <a:ext cx="99392" cy="99392"/>
          </a:xfrm>
          <a:prstGeom prst="ellipse">
            <a:avLst/>
          </a:prstGeom>
          <a:solidFill>
            <a:srgbClr val="FFCDD2">
              <a:alpha val="3448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368550" y="6075099"/>
            <a:ext cx="80056" cy="80056"/>
          </a:xfrm>
          <a:prstGeom prst="ellipse">
            <a:avLst/>
          </a:prstGeom>
          <a:solidFill>
            <a:srgbClr val="FFE0B2">
              <a:alpha val="1531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442358" y="2216969"/>
            <a:ext cx="99575" cy="99575"/>
          </a:xfrm>
          <a:prstGeom prst="ellipse">
            <a:avLst/>
          </a:prstGeom>
          <a:solidFill>
            <a:srgbClr val="FFF9C4">
              <a:alpha val="3021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771452" y="6633622"/>
            <a:ext cx="143148" cy="143148"/>
          </a:xfrm>
          <a:prstGeom prst="ellipse">
            <a:avLst/>
          </a:prstGeom>
          <a:solidFill>
            <a:srgbClr val="FFF9C4">
              <a:alpha val="2312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1385066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lin ang="3600000" scaled="1"/>
          <a:gsLst>
            <a:gs pos="0">
              <a:srgbClr val="FEF9E7"/>
            </a:gs>
            <a:gs pos="30000">
              <a:srgbClr val="FDEBD0"/>
            </a:gs>
            <a:gs pos="70000">
              <a:srgbClr val="D6EAF8"/>
            </a:gs>
            <a:gs pos="100000">
              <a:srgbClr val="E8DAEF"/>
            </a:gs>
          </a:gsLst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0BD7BD7-CBFB-45EA-8475-7E5747DD02F7}"/>
              </a:ext>
            </a:extLst>
          </p:cNvPr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E67E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6040652-6FF4-DE08-1001-04AC02CA18B6}"/>
              </a:ext>
            </a:extLst>
          </p:cNvPr>
          <p:cNvSpPr txBox="1"/>
          <p:nvPr/>
        </p:nvSpPr>
        <p:spPr>
          <a:xfrm>
            <a:off x="254000" y="127000"/>
            <a:ext cx="762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2800" b="1">
                <a:solidFill>
                  <a:srgbClr val="FFFFFF"/>
                </a:solidFill>
                <a:latin typeface="Microsoft YaHei" panose="020B0503020204020204" pitchFamily="34" charset="-122"/>
              </a:rPr>
              <a:t>👤 人称 </a:t>
            </a:r>
            <a:r>
              <a:rPr lang="en-US" altLang="zh-CN" sz="2800" b="1">
                <a:solidFill>
                  <a:srgbClr val="FFFFFF"/>
                </a:solidFill>
                <a:latin typeface="Microsoft YaHei" panose="020B0503020204020204" pitchFamily="34" charset="-122"/>
              </a:rPr>
              <a:t>&amp; be</a:t>
            </a:r>
            <a:endParaRPr lang="zh-CN" altLang="en-US" sz="28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8936B344-A1D6-E7D9-0E78-96CD6B755E74}"/>
              </a:ext>
            </a:extLst>
          </p:cNvPr>
          <p:cNvSpPr/>
          <p:nvPr/>
        </p:nvSpPr>
        <p:spPr>
          <a:xfrm>
            <a:off x="381000" y="1079500"/>
            <a:ext cx="3556000" cy="19685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0EAA522-3AE9-29FA-BE72-A5CBA5673B1F}"/>
              </a:ext>
            </a:extLst>
          </p:cNvPr>
          <p:cNvSpPr/>
          <p:nvPr/>
        </p:nvSpPr>
        <p:spPr>
          <a:xfrm>
            <a:off x="381000" y="1079500"/>
            <a:ext cx="3556000" cy="76200"/>
          </a:xfrm>
          <a:prstGeom prst="rect">
            <a:avLst/>
          </a:prstGeom>
          <a:solidFill>
            <a:srgbClr val="E67E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73D68B6-EBA3-5B52-CA04-C3EDB2ACAC1F}"/>
              </a:ext>
            </a:extLst>
          </p:cNvPr>
          <p:cNvSpPr txBox="1"/>
          <p:nvPr/>
        </p:nvSpPr>
        <p:spPr>
          <a:xfrm>
            <a:off x="508000" y="2095500"/>
            <a:ext cx="330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000" b="1">
                <a:solidFill>
                  <a:srgbClr val="2D6BA4"/>
                </a:solidFill>
                <a:latin typeface="Microsoft YaHei" panose="020B0503020204020204" pitchFamily="34" charset="-122"/>
              </a:rPr>
              <a:t>I am a student.</a:t>
            </a:r>
            <a:endParaRPr lang="zh-CN" altLang="en-US" sz="2000" b="1">
              <a:solidFill>
                <a:srgbClr val="2D6BA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0C07BD6-8495-8CFB-0D69-B37F58E0F902}"/>
              </a:ext>
            </a:extLst>
          </p:cNvPr>
          <p:cNvSpPr txBox="1"/>
          <p:nvPr/>
        </p:nvSpPr>
        <p:spPr>
          <a:xfrm>
            <a:off x="508000" y="1333500"/>
            <a:ext cx="330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我是学生。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169358AF-AACE-D342-49FC-48FEC8E3923E}"/>
              </a:ext>
            </a:extLst>
          </p:cNvPr>
          <p:cNvSpPr/>
          <p:nvPr/>
        </p:nvSpPr>
        <p:spPr>
          <a:xfrm>
            <a:off x="4191000" y="1079500"/>
            <a:ext cx="3556000" cy="19685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44F976D-1821-7BFF-A4FC-68106BC02AA4}"/>
              </a:ext>
            </a:extLst>
          </p:cNvPr>
          <p:cNvSpPr/>
          <p:nvPr/>
        </p:nvSpPr>
        <p:spPr>
          <a:xfrm>
            <a:off x="4191000" y="1079500"/>
            <a:ext cx="3556000" cy="76200"/>
          </a:xfrm>
          <a:prstGeom prst="rect">
            <a:avLst/>
          </a:prstGeom>
          <a:solidFill>
            <a:srgbClr val="E67E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8F76041-7B63-B36F-521C-A4D270DE1470}"/>
              </a:ext>
            </a:extLst>
          </p:cNvPr>
          <p:cNvSpPr txBox="1"/>
          <p:nvPr/>
        </p:nvSpPr>
        <p:spPr>
          <a:xfrm>
            <a:off x="4318000" y="2095500"/>
            <a:ext cx="330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000" b="1">
                <a:solidFill>
                  <a:srgbClr val="2D6BA4"/>
                </a:solidFill>
                <a:latin typeface="Microsoft YaHei" panose="020B0503020204020204" pitchFamily="34" charset="-122"/>
              </a:rPr>
              <a:t>You are my friend.</a:t>
            </a:r>
            <a:endParaRPr lang="zh-CN" altLang="en-US" sz="2000" b="1">
              <a:solidFill>
                <a:srgbClr val="2D6BA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1C24C72-2BD5-4374-4079-40F85FD98CED}"/>
              </a:ext>
            </a:extLst>
          </p:cNvPr>
          <p:cNvSpPr txBox="1"/>
          <p:nvPr/>
        </p:nvSpPr>
        <p:spPr>
          <a:xfrm>
            <a:off x="4318000" y="1333500"/>
            <a:ext cx="330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你是我的朋友。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C2CBE940-96A9-16E6-4185-6EF47998D172}"/>
              </a:ext>
            </a:extLst>
          </p:cNvPr>
          <p:cNvSpPr/>
          <p:nvPr/>
        </p:nvSpPr>
        <p:spPr>
          <a:xfrm>
            <a:off x="8001000" y="1079500"/>
            <a:ext cx="3556000" cy="19685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B68CA39-A7F2-B384-1E8C-D8582CF396A7}"/>
              </a:ext>
            </a:extLst>
          </p:cNvPr>
          <p:cNvSpPr/>
          <p:nvPr/>
        </p:nvSpPr>
        <p:spPr>
          <a:xfrm>
            <a:off x="8001000" y="1079500"/>
            <a:ext cx="3556000" cy="76200"/>
          </a:xfrm>
          <a:prstGeom prst="rect">
            <a:avLst/>
          </a:prstGeom>
          <a:solidFill>
            <a:srgbClr val="E67E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2866107-15C6-F745-35C7-CC520B69BFD6}"/>
              </a:ext>
            </a:extLst>
          </p:cNvPr>
          <p:cNvSpPr txBox="1"/>
          <p:nvPr/>
        </p:nvSpPr>
        <p:spPr>
          <a:xfrm>
            <a:off x="8128000" y="2095500"/>
            <a:ext cx="330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000" b="1">
                <a:solidFill>
                  <a:srgbClr val="2D6BA4"/>
                </a:solidFill>
                <a:latin typeface="Microsoft YaHei" panose="020B0503020204020204" pitchFamily="34" charset="-122"/>
              </a:rPr>
              <a:t>He is tall.</a:t>
            </a:r>
            <a:endParaRPr lang="zh-CN" altLang="en-US" sz="2000" b="1">
              <a:solidFill>
                <a:srgbClr val="2D6BA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47BF7F3-AE31-D75B-87D7-FD5AFD98356C}"/>
              </a:ext>
            </a:extLst>
          </p:cNvPr>
          <p:cNvSpPr txBox="1"/>
          <p:nvPr/>
        </p:nvSpPr>
        <p:spPr>
          <a:xfrm>
            <a:off x="8128000" y="1333500"/>
            <a:ext cx="330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他很高。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C0199104-CB4C-DAFD-BFAD-7A5E5E465482}"/>
              </a:ext>
            </a:extLst>
          </p:cNvPr>
          <p:cNvSpPr/>
          <p:nvPr/>
        </p:nvSpPr>
        <p:spPr>
          <a:xfrm>
            <a:off x="381000" y="3238500"/>
            <a:ext cx="3556000" cy="19685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5C9D5C5-33B7-E3BC-3E1A-82BD0FAAFD47}"/>
              </a:ext>
            </a:extLst>
          </p:cNvPr>
          <p:cNvSpPr/>
          <p:nvPr/>
        </p:nvSpPr>
        <p:spPr>
          <a:xfrm>
            <a:off x="381000" y="3238500"/>
            <a:ext cx="3556000" cy="76200"/>
          </a:xfrm>
          <a:prstGeom prst="rect">
            <a:avLst/>
          </a:prstGeom>
          <a:solidFill>
            <a:srgbClr val="E67E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7173B7C-2234-E365-B692-DBCC7D11AD28}"/>
              </a:ext>
            </a:extLst>
          </p:cNvPr>
          <p:cNvSpPr txBox="1"/>
          <p:nvPr/>
        </p:nvSpPr>
        <p:spPr>
          <a:xfrm>
            <a:off x="508000" y="4254500"/>
            <a:ext cx="330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000" b="1">
                <a:solidFill>
                  <a:srgbClr val="2D6BA4"/>
                </a:solidFill>
                <a:latin typeface="Microsoft YaHei" panose="020B0503020204020204" pitchFamily="34" charset="-122"/>
              </a:rPr>
              <a:t>She is kind.</a:t>
            </a:r>
            <a:endParaRPr lang="zh-CN" altLang="en-US" sz="2000" b="1">
              <a:solidFill>
                <a:srgbClr val="2D6BA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6C78F88-12EA-D75E-14ED-AC7BBF43705C}"/>
              </a:ext>
            </a:extLst>
          </p:cNvPr>
          <p:cNvSpPr txBox="1"/>
          <p:nvPr/>
        </p:nvSpPr>
        <p:spPr>
          <a:xfrm>
            <a:off x="508000" y="3492500"/>
            <a:ext cx="330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她很善良。</a:t>
            </a:r>
          </a:p>
        </p:txBody>
      </p:sp>
      <p:sp>
        <p:nvSpPr>
          <p:cNvPr id="20" name="5-Point Star 19"/>
          <p:cNvSpPr/>
          <p:nvPr/>
        </p:nvSpPr>
        <p:spPr>
          <a:xfrm rot="14220000">
            <a:off x="11294547" y="377847"/>
            <a:ext cx="200000" cy="200000"/>
          </a:xfrm>
          <a:prstGeom prst="star5">
            <a:avLst/>
          </a:prstGeom>
          <a:solidFill>
            <a:srgbClr val="CE93D8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5-Point Star 20"/>
          <p:cNvSpPr/>
          <p:nvPr/>
        </p:nvSpPr>
        <p:spPr>
          <a:xfrm rot="11040000">
            <a:off x="393166" y="2740095"/>
            <a:ext cx="200000" cy="200000"/>
          </a:xfrm>
          <a:prstGeom prst="star5">
            <a:avLst/>
          </a:prstGeom>
          <a:solidFill>
            <a:srgbClr val="FF9F43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5-Point Star 21"/>
          <p:cNvSpPr/>
          <p:nvPr/>
        </p:nvSpPr>
        <p:spPr>
          <a:xfrm rot="19740000">
            <a:off x="8562639" y="438790"/>
            <a:ext cx="200000" cy="200000"/>
          </a:xfrm>
          <a:prstGeom prst="star5">
            <a:avLst/>
          </a:prstGeom>
          <a:solidFill>
            <a:srgbClr val="FFD700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70656" y="5840144"/>
            <a:ext cx="143977" cy="143977"/>
          </a:xfrm>
          <a:prstGeom prst="ellipse">
            <a:avLst/>
          </a:prstGeom>
          <a:solidFill>
            <a:srgbClr val="FFCCBC">
              <a:alpha val="2325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525616" y="3347226"/>
            <a:ext cx="63443" cy="63443"/>
          </a:xfrm>
          <a:prstGeom prst="ellipse">
            <a:avLst/>
          </a:prstGeom>
          <a:solidFill>
            <a:srgbClr val="B2EBF2">
              <a:alpha val="326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737600" y="6105308"/>
            <a:ext cx="131679" cy="131679"/>
          </a:xfrm>
          <a:prstGeom prst="ellipse">
            <a:avLst/>
          </a:prstGeom>
          <a:solidFill>
            <a:srgbClr val="FFE0B2">
              <a:alpha val="1831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214611" y="787795"/>
            <a:ext cx="92992" cy="92992"/>
          </a:xfrm>
          <a:prstGeom prst="ellipse">
            <a:avLst/>
          </a:prstGeom>
          <a:solidFill>
            <a:srgbClr val="FFF9C4">
              <a:alpha val="1538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522185" y="5912088"/>
            <a:ext cx="108838" cy="108838"/>
          </a:xfrm>
          <a:prstGeom prst="ellipse">
            <a:avLst/>
          </a:prstGeom>
          <a:solidFill>
            <a:srgbClr val="B2EBF2">
              <a:alpha val="2636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480005" y="5576887"/>
            <a:ext cx="103824" cy="103824"/>
          </a:xfrm>
          <a:prstGeom prst="ellipse">
            <a:avLst/>
          </a:prstGeom>
          <a:solidFill>
            <a:srgbClr val="E1BEE7">
              <a:alpha val="1635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60707582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lin ang="3600000" scaled="1"/>
          <a:gsLst>
            <a:gs pos="0">
              <a:srgbClr val="FEF9E7"/>
            </a:gs>
            <a:gs pos="30000">
              <a:srgbClr val="FDEBD0"/>
            </a:gs>
            <a:gs pos="70000">
              <a:srgbClr val="D6EAF8"/>
            </a:gs>
            <a:gs pos="100000">
              <a:srgbClr val="E8DAEF"/>
            </a:gs>
          </a:gsLst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469C03A-2756-CF8F-9091-5C0FFC1B9EE3}"/>
              </a:ext>
            </a:extLst>
          </p:cNvPr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E67E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0BE3276-0C82-DF8A-383E-7CEBFDD8D385}"/>
              </a:ext>
            </a:extLst>
          </p:cNvPr>
          <p:cNvSpPr txBox="1"/>
          <p:nvPr/>
        </p:nvSpPr>
        <p:spPr>
          <a:xfrm>
            <a:off x="254000" y="127000"/>
            <a:ext cx="762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2800" b="1">
                <a:solidFill>
                  <a:srgbClr val="FFFFFF"/>
                </a:solidFill>
                <a:latin typeface="Microsoft YaHei" panose="020B0503020204020204" pitchFamily="34" charset="-122"/>
              </a:rPr>
              <a:t>📝 一般现在时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50E8E1C9-6CEA-F614-2DA1-9114A439430E}"/>
              </a:ext>
            </a:extLst>
          </p:cNvPr>
          <p:cNvSpPr/>
          <p:nvPr/>
        </p:nvSpPr>
        <p:spPr>
          <a:xfrm>
            <a:off x="381000" y="1079500"/>
            <a:ext cx="3556000" cy="19685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1AFA7E3-A65F-82E8-82D1-85CC8615435D}"/>
              </a:ext>
            </a:extLst>
          </p:cNvPr>
          <p:cNvSpPr/>
          <p:nvPr/>
        </p:nvSpPr>
        <p:spPr>
          <a:xfrm>
            <a:off x="381000" y="1079500"/>
            <a:ext cx="3556000" cy="76200"/>
          </a:xfrm>
          <a:prstGeom prst="rect">
            <a:avLst/>
          </a:prstGeom>
          <a:solidFill>
            <a:srgbClr val="E67E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8E8B80B-A89F-6F9F-D5B3-F7C0AC6F1113}"/>
              </a:ext>
            </a:extLst>
          </p:cNvPr>
          <p:cNvSpPr txBox="1"/>
          <p:nvPr/>
        </p:nvSpPr>
        <p:spPr>
          <a:xfrm>
            <a:off x="508000" y="2095500"/>
            <a:ext cx="330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000" b="1">
                <a:solidFill>
                  <a:srgbClr val="2D6BA4"/>
                </a:solidFill>
                <a:latin typeface="Microsoft YaHei" panose="020B0503020204020204" pitchFamily="34" charset="-122"/>
              </a:rPr>
              <a:t>I like apples.</a:t>
            </a:r>
            <a:endParaRPr lang="zh-CN" altLang="en-US" sz="2000" b="1">
              <a:solidFill>
                <a:srgbClr val="2D6BA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3E9CE08-2227-806F-393E-4CC3D0AAD199}"/>
              </a:ext>
            </a:extLst>
          </p:cNvPr>
          <p:cNvSpPr txBox="1"/>
          <p:nvPr/>
        </p:nvSpPr>
        <p:spPr>
          <a:xfrm>
            <a:off x="508000" y="1333500"/>
            <a:ext cx="330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我喜欢苹果。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9ACD716E-91EC-D065-4654-70BEA8529223}"/>
              </a:ext>
            </a:extLst>
          </p:cNvPr>
          <p:cNvSpPr/>
          <p:nvPr/>
        </p:nvSpPr>
        <p:spPr>
          <a:xfrm>
            <a:off x="4191000" y="1079500"/>
            <a:ext cx="3556000" cy="19685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185F55F-9726-9677-AA83-67A7444C6525}"/>
              </a:ext>
            </a:extLst>
          </p:cNvPr>
          <p:cNvSpPr/>
          <p:nvPr/>
        </p:nvSpPr>
        <p:spPr>
          <a:xfrm>
            <a:off x="4191000" y="1079500"/>
            <a:ext cx="3556000" cy="76200"/>
          </a:xfrm>
          <a:prstGeom prst="rect">
            <a:avLst/>
          </a:prstGeom>
          <a:solidFill>
            <a:srgbClr val="E67E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939470A-B07C-72C6-8991-FE71B317FA96}"/>
              </a:ext>
            </a:extLst>
          </p:cNvPr>
          <p:cNvSpPr txBox="1"/>
          <p:nvPr/>
        </p:nvSpPr>
        <p:spPr>
          <a:xfrm>
            <a:off x="4318000" y="2095500"/>
            <a:ext cx="330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000" b="1">
                <a:solidFill>
                  <a:srgbClr val="2D6BA4"/>
                </a:solidFill>
                <a:latin typeface="Microsoft YaHei" panose="020B0503020204020204" pitchFamily="34" charset="-122"/>
              </a:rPr>
              <a:t>He likes apples.</a:t>
            </a:r>
            <a:endParaRPr lang="zh-CN" altLang="en-US" sz="2000" b="1">
              <a:solidFill>
                <a:srgbClr val="2D6BA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B2E11A5-9777-8824-CAE1-8D269F196942}"/>
              </a:ext>
            </a:extLst>
          </p:cNvPr>
          <p:cNvSpPr txBox="1"/>
          <p:nvPr/>
        </p:nvSpPr>
        <p:spPr>
          <a:xfrm>
            <a:off x="4318000" y="1333500"/>
            <a:ext cx="330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他喜欢苹果。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356CBB2C-E86C-7999-F5B1-C913E98EF888}"/>
              </a:ext>
            </a:extLst>
          </p:cNvPr>
          <p:cNvSpPr/>
          <p:nvPr/>
        </p:nvSpPr>
        <p:spPr>
          <a:xfrm>
            <a:off x="8001000" y="1079500"/>
            <a:ext cx="3556000" cy="19685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4FAF83A-A0F9-4BDC-1D6B-17F753B0A4E5}"/>
              </a:ext>
            </a:extLst>
          </p:cNvPr>
          <p:cNvSpPr/>
          <p:nvPr/>
        </p:nvSpPr>
        <p:spPr>
          <a:xfrm>
            <a:off x="8001000" y="1079500"/>
            <a:ext cx="3556000" cy="76200"/>
          </a:xfrm>
          <a:prstGeom prst="rect">
            <a:avLst/>
          </a:prstGeom>
          <a:solidFill>
            <a:srgbClr val="E67E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3D5E913-B311-54E3-8183-CA1A10513C0D}"/>
              </a:ext>
            </a:extLst>
          </p:cNvPr>
          <p:cNvSpPr txBox="1"/>
          <p:nvPr/>
        </p:nvSpPr>
        <p:spPr>
          <a:xfrm>
            <a:off x="8128000" y="2095500"/>
            <a:ext cx="330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000" b="1">
                <a:solidFill>
                  <a:srgbClr val="2D6BA4"/>
                </a:solidFill>
                <a:latin typeface="Microsoft YaHei" panose="020B0503020204020204" pitchFamily="34" charset="-122"/>
              </a:rPr>
              <a:t>I don't like milk.</a:t>
            </a:r>
            <a:endParaRPr lang="zh-CN" altLang="en-US" sz="2000" b="1">
              <a:solidFill>
                <a:srgbClr val="2D6BA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8835C66-1259-5D2B-8B81-66EFF20BFD23}"/>
              </a:ext>
            </a:extLst>
          </p:cNvPr>
          <p:cNvSpPr txBox="1"/>
          <p:nvPr/>
        </p:nvSpPr>
        <p:spPr>
          <a:xfrm>
            <a:off x="8128000" y="1333500"/>
            <a:ext cx="330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我不喜欢牛奶。</a:t>
            </a:r>
          </a:p>
        </p:txBody>
      </p:sp>
      <p:sp>
        <p:nvSpPr>
          <p:cNvPr id="16" name="5-Point Star 15"/>
          <p:cNvSpPr/>
          <p:nvPr/>
        </p:nvSpPr>
        <p:spPr>
          <a:xfrm rot="2880000">
            <a:off x="7736013" y="6394443"/>
            <a:ext cx="200000" cy="200000"/>
          </a:xfrm>
          <a:prstGeom prst="star5">
            <a:avLst/>
          </a:prstGeom>
          <a:solidFill>
            <a:srgbClr val="FFD700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5-Point Star 16"/>
          <p:cNvSpPr/>
          <p:nvPr/>
        </p:nvSpPr>
        <p:spPr>
          <a:xfrm rot="8280000">
            <a:off x="11768566" y="1624043"/>
            <a:ext cx="200000" cy="200000"/>
          </a:xfrm>
          <a:prstGeom prst="star5">
            <a:avLst/>
          </a:prstGeom>
          <a:solidFill>
            <a:srgbClr val="CE93D8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5-Point Star 17"/>
          <p:cNvSpPr/>
          <p:nvPr/>
        </p:nvSpPr>
        <p:spPr>
          <a:xfrm rot="18600000">
            <a:off x="11792152" y="4059515"/>
            <a:ext cx="200000" cy="200000"/>
          </a:xfrm>
          <a:prstGeom prst="star5">
            <a:avLst/>
          </a:prstGeom>
          <a:solidFill>
            <a:srgbClr val="4FC3F7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759200" y="759121"/>
            <a:ext cx="144362" cy="144362"/>
          </a:xfrm>
          <a:prstGeom prst="ellipse">
            <a:avLst/>
          </a:prstGeom>
          <a:solidFill>
            <a:srgbClr val="FFE0B2">
              <a:alpha val="1922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076444" y="5055989"/>
            <a:ext cx="120181" cy="120181"/>
          </a:xfrm>
          <a:prstGeom prst="ellipse">
            <a:avLst/>
          </a:prstGeom>
          <a:solidFill>
            <a:srgbClr val="FFE0B2">
              <a:alpha val="3048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383207" y="6598122"/>
            <a:ext cx="85945" cy="85945"/>
          </a:xfrm>
          <a:prstGeom prst="ellipse">
            <a:avLst/>
          </a:prstGeom>
          <a:solidFill>
            <a:srgbClr val="FFE0B2">
              <a:alpha val="2802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038383" y="2682306"/>
            <a:ext cx="148420" cy="148420"/>
          </a:xfrm>
          <a:prstGeom prst="ellipse">
            <a:avLst/>
          </a:prstGeom>
          <a:solidFill>
            <a:srgbClr val="FFCCBC">
              <a:alpha val="1630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725937" y="2911282"/>
            <a:ext cx="116029" cy="116029"/>
          </a:xfrm>
          <a:prstGeom prst="ellipse">
            <a:avLst/>
          </a:prstGeom>
          <a:solidFill>
            <a:srgbClr val="C8E6C9">
              <a:alpha val="3197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769799" y="4634767"/>
            <a:ext cx="142566" cy="142566"/>
          </a:xfrm>
          <a:prstGeom prst="ellipse">
            <a:avLst/>
          </a:prstGeom>
          <a:solidFill>
            <a:srgbClr val="B2EBF2">
              <a:alpha val="1634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656282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lin ang="3600000" scaled="1"/>
          <a:gsLst>
            <a:gs pos="0">
              <a:srgbClr val="FEF9E7"/>
            </a:gs>
            <a:gs pos="30000">
              <a:srgbClr val="FDEBD0"/>
            </a:gs>
            <a:gs pos="70000">
              <a:srgbClr val="D6EAF8"/>
            </a:gs>
            <a:gs pos="100000">
              <a:srgbClr val="E8DAEF"/>
            </a:gs>
          </a:gsLst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B572026-4659-20D9-9771-5997B0BD6349}"/>
              </a:ext>
            </a:extLst>
          </p:cNvPr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E67E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F4FB5C6-9875-34F2-8884-85528A217F08}"/>
              </a:ext>
            </a:extLst>
          </p:cNvPr>
          <p:cNvSpPr txBox="1"/>
          <p:nvPr/>
        </p:nvSpPr>
        <p:spPr>
          <a:xfrm>
            <a:off x="254000" y="127000"/>
            <a:ext cx="762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2800" b="1">
                <a:solidFill>
                  <a:srgbClr val="FFFFFF"/>
                </a:solidFill>
                <a:latin typeface="Microsoft YaHei" panose="020B0503020204020204" pitchFamily="34" charset="-122"/>
              </a:rPr>
              <a:t>🏃 进行时 </a:t>
            </a:r>
            <a:r>
              <a:rPr lang="en-US" altLang="zh-CN" sz="2800" b="1">
                <a:solidFill>
                  <a:srgbClr val="FFFFFF"/>
                </a:solidFill>
                <a:latin typeface="Microsoft YaHei" panose="020B0503020204020204" pitchFamily="34" charset="-122"/>
              </a:rPr>
              <a:t>&amp; </a:t>
            </a:r>
            <a:r>
              <a:rPr lang="zh-CN" altLang="en-US" sz="2800" b="1">
                <a:solidFill>
                  <a:srgbClr val="FFFFFF"/>
                </a:solidFill>
                <a:latin typeface="Microsoft YaHei" panose="020B0503020204020204" pitchFamily="34" charset="-122"/>
              </a:rPr>
              <a:t>情态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1D8EC6EB-1088-6EB2-3C37-1EE9B73215C2}"/>
              </a:ext>
            </a:extLst>
          </p:cNvPr>
          <p:cNvSpPr/>
          <p:nvPr/>
        </p:nvSpPr>
        <p:spPr>
          <a:xfrm>
            <a:off x="381000" y="1079500"/>
            <a:ext cx="3556000" cy="19685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9BB602F-AE28-CE15-68D8-AA9239D13278}"/>
              </a:ext>
            </a:extLst>
          </p:cNvPr>
          <p:cNvSpPr/>
          <p:nvPr/>
        </p:nvSpPr>
        <p:spPr>
          <a:xfrm>
            <a:off x="381000" y="1079500"/>
            <a:ext cx="3556000" cy="76200"/>
          </a:xfrm>
          <a:prstGeom prst="rect">
            <a:avLst/>
          </a:prstGeom>
          <a:solidFill>
            <a:srgbClr val="E67E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10C414C-E8FC-864F-85D2-B84EF3BF454C}"/>
              </a:ext>
            </a:extLst>
          </p:cNvPr>
          <p:cNvSpPr txBox="1"/>
          <p:nvPr/>
        </p:nvSpPr>
        <p:spPr>
          <a:xfrm>
            <a:off x="508000" y="2095500"/>
            <a:ext cx="330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000" b="1">
                <a:solidFill>
                  <a:srgbClr val="2D6BA4"/>
                </a:solidFill>
                <a:latin typeface="Microsoft YaHei" panose="020B0503020204020204" pitchFamily="34" charset="-122"/>
              </a:rPr>
              <a:t>I am reading.</a:t>
            </a:r>
            <a:endParaRPr lang="zh-CN" altLang="en-US" sz="2000" b="1">
              <a:solidFill>
                <a:srgbClr val="2D6BA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3B974D1-02E1-86A4-701C-F76FFF78F80F}"/>
              </a:ext>
            </a:extLst>
          </p:cNvPr>
          <p:cNvSpPr txBox="1"/>
          <p:nvPr/>
        </p:nvSpPr>
        <p:spPr>
          <a:xfrm>
            <a:off x="508000" y="1333500"/>
            <a:ext cx="330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我在读书。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0E50EB36-9967-EDE1-88F2-A1F797515021}"/>
              </a:ext>
            </a:extLst>
          </p:cNvPr>
          <p:cNvSpPr/>
          <p:nvPr/>
        </p:nvSpPr>
        <p:spPr>
          <a:xfrm>
            <a:off x="4191000" y="1079500"/>
            <a:ext cx="3556000" cy="19685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B41576F-220D-EA5E-16A8-62F5A45AFBF4}"/>
              </a:ext>
            </a:extLst>
          </p:cNvPr>
          <p:cNvSpPr/>
          <p:nvPr/>
        </p:nvSpPr>
        <p:spPr>
          <a:xfrm>
            <a:off x="4191000" y="1079500"/>
            <a:ext cx="3556000" cy="76200"/>
          </a:xfrm>
          <a:prstGeom prst="rect">
            <a:avLst/>
          </a:prstGeom>
          <a:solidFill>
            <a:srgbClr val="E67E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8FAA3B4-9363-9F8D-9016-161A3503057B}"/>
              </a:ext>
            </a:extLst>
          </p:cNvPr>
          <p:cNvSpPr txBox="1"/>
          <p:nvPr/>
        </p:nvSpPr>
        <p:spPr>
          <a:xfrm>
            <a:off x="4318000" y="2095500"/>
            <a:ext cx="330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000" b="1">
                <a:solidFill>
                  <a:srgbClr val="2D6BA4"/>
                </a:solidFill>
                <a:latin typeface="Microsoft YaHei" panose="020B0503020204020204" pitchFamily="34" charset="-122"/>
              </a:rPr>
              <a:t>He is playing.</a:t>
            </a:r>
            <a:endParaRPr lang="zh-CN" altLang="en-US" sz="2000" b="1">
              <a:solidFill>
                <a:srgbClr val="2D6BA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89629BC-0405-3B22-3CAF-7841B2C909EC}"/>
              </a:ext>
            </a:extLst>
          </p:cNvPr>
          <p:cNvSpPr txBox="1"/>
          <p:nvPr/>
        </p:nvSpPr>
        <p:spPr>
          <a:xfrm>
            <a:off x="4318000" y="1333500"/>
            <a:ext cx="330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他在玩。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C1F1FB2F-D692-DD2B-C786-04ACAF2832FE}"/>
              </a:ext>
            </a:extLst>
          </p:cNvPr>
          <p:cNvSpPr/>
          <p:nvPr/>
        </p:nvSpPr>
        <p:spPr>
          <a:xfrm>
            <a:off x="8001000" y="1079500"/>
            <a:ext cx="3556000" cy="19685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5F43BE5-1B48-BF29-86FA-DFA3A8BC28D2}"/>
              </a:ext>
            </a:extLst>
          </p:cNvPr>
          <p:cNvSpPr/>
          <p:nvPr/>
        </p:nvSpPr>
        <p:spPr>
          <a:xfrm>
            <a:off x="8001000" y="1079500"/>
            <a:ext cx="3556000" cy="76200"/>
          </a:xfrm>
          <a:prstGeom prst="rect">
            <a:avLst/>
          </a:prstGeom>
          <a:solidFill>
            <a:srgbClr val="E67E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5D140A7-0BDF-B932-2020-FAA80C7D470B}"/>
              </a:ext>
            </a:extLst>
          </p:cNvPr>
          <p:cNvSpPr txBox="1"/>
          <p:nvPr/>
        </p:nvSpPr>
        <p:spPr>
          <a:xfrm>
            <a:off x="8128000" y="2095500"/>
            <a:ext cx="330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000" b="1">
                <a:solidFill>
                  <a:srgbClr val="2D6BA4"/>
                </a:solidFill>
                <a:latin typeface="Microsoft YaHei" panose="020B0503020204020204" pitchFamily="34" charset="-122"/>
              </a:rPr>
              <a:t>I can swim.</a:t>
            </a:r>
            <a:endParaRPr lang="zh-CN" altLang="en-US" sz="2000" b="1">
              <a:solidFill>
                <a:srgbClr val="2D6BA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EB75A86-C19F-9135-257F-D00CC5205F60}"/>
              </a:ext>
            </a:extLst>
          </p:cNvPr>
          <p:cNvSpPr txBox="1"/>
          <p:nvPr/>
        </p:nvSpPr>
        <p:spPr>
          <a:xfrm>
            <a:off x="8128000" y="1333500"/>
            <a:ext cx="330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我会游泳。</a:t>
            </a:r>
          </a:p>
        </p:txBody>
      </p:sp>
      <p:sp>
        <p:nvSpPr>
          <p:cNvPr id="16" name="5-Point Star 15"/>
          <p:cNvSpPr/>
          <p:nvPr/>
        </p:nvSpPr>
        <p:spPr>
          <a:xfrm rot="19860000">
            <a:off x="351769" y="3067652"/>
            <a:ext cx="200000" cy="200000"/>
          </a:xfrm>
          <a:prstGeom prst="star5">
            <a:avLst/>
          </a:prstGeom>
          <a:solidFill>
            <a:srgbClr val="FF6B6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5-Point Star 16"/>
          <p:cNvSpPr/>
          <p:nvPr/>
        </p:nvSpPr>
        <p:spPr>
          <a:xfrm rot="19740000">
            <a:off x="11779385" y="1033920"/>
            <a:ext cx="200000" cy="200000"/>
          </a:xfrm>
          <a:prstGeom prst="star5">
            <a:avLst/>
          </a:prstGeom>
          <a:solidFill>
            <a:srgbClr val="FFD700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5-Point Star 17"/>
          <p:cNvSpPr/>
          <p:nvPr/>
        </p:nvSpPr>
        <p:spPr>
          <a:xfrm rot="21000000">
            <a:off x="1101445" y="6348023"/>
            <a:ext cx="200000" cy="200000"/>
          </a:xfrm>
          <a:prstGeom prst="star5">
            <a:avLst/>
          </a:prstGeom>
          <a:solidFill>
            <a:srgbClr val="4FC3F7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767605" y="3759318"/>
            <a:ext cx="98008" cy="98008"/>
          </a:xfrm>
          <a:prstGeom prst="ellipse">
            <a:avLst/>
          </a:prstGeom>
          <a:solidFill>
            <a:srgbClr val="B3E5FC">
              <a:alpha val="1694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061801" y="3334132"/>
            <a:ext cx="124901" cy="124901"/>
          </a:xfrm>
          <a:prstGeom prst="ellipse">
            <a:avLst/>
          </a:prstGeom>
          <a:solidFill>
            <a:srgbClr val="FFCDD2">
              <a:alpha val="3419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88648" y="1056411"/>
            <a:ext cx="97611" cy="97611"/>
          </a:xfrm>
          <a:prstGeom prst="ellipse">
            <a:avLst/>
          </a:prstGeom>
          <a:solidFill>
            <a:srgbClr val="FFF9C4">
              <a:alpha val="2514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61598" y="5221962"/>
            <a:ext cx="141442" cy="141442"/>
          </a:xfrm>
          <a:prstGeom prst="ellipse">
            <a:avLst/>
          </a:prstGeom>
          <a:solidFill>
            <a:srgbClr val="B2EBF2">
              <a:alpha val="2811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507947" y="977977"/>
            <a:ext cx="97812" cy="97812"/>
          </a:xfrm>
          <a:prstGeom prst="ellipse">
            <a:avLst/>
          </a:prstGeom>
          <a:solidFill>
            <a:srgbClr val="FFCDD2">
              <a:alpha val="2993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25446" y="5417293"/>
            <a:ext cx="128109" cy="128109"/>
          </a:xfrm>
          <a:prstGeom prst="ellipse">
            <a:avLst/>
          </a:prstGeom>
          <a:solidFill>
            <a:srgbClr val="FFE0B2">
              <a:alpha val="2079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16574749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lin ang="5400000" scaled="1"/>
          <a:gsLst>
            <a:gs pos="0">
              <a:srgbClr val="F3E5F5"/>
            </a:gs>
            <a:gs pos="50000">
              <a:srgbClr val="E1BEE7"/>
            </a:gs>
            <a:gs pos="100000">
              <a:srgbClr val="CE93D8"/>
            </a:gs>
          </a:gsLst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81B076BB-F373-FB14-A231-6151EF80CFC3}"/>
              </a:ext>
            </a:extLst>
          </p:cNvPr>
          <p:cNvSpPr/>
          <p:nvPr/>
        </p:nvSpPr>
        <p:spPr>
          <a:xfrm>
            <a:off x="254000" y="254000"/>
            <a:ext cx="1016000" cy="1016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B854D82-BAB0-F820-E18D-5878B6825E00}"/>
              </a:ext>
            </a:extLst>
          </p:cNvPr>
          <p:cNvSpPr txBox="1"/>
          <p:nvPr/>
        </p:nvSpPr>
        <p:spPr>
          <a:xfrm>
            <a:off x="444500" y="444500"/>
            <a:ext cx="635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800" b="1">
                <a:solidFill>
                  <a:srgbClr val="009688"/>
                </a:solidFill>
                <a:latin typeface="Microsoft YaHei" panose="020B0503020204020204" pitchFamily="34" charset="-122"/>
              </a:rPr>
              <a:t>05</a:t>
            </a:r>
            <a:endParaRPr lang="zh-CN" altLang="en-US" sz="2800" b="1">
              <a:solidFill>
                <a:srgbClr val="00968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81AF55C-06D6-19F8-1880-FD50C7F3D617}"/>
              </a:ext>
            </a:extLst>
          </p:cNvPr>
          <p:cNvSpPr txBox="1"/>
          <p:nvPr/>
        </p:nvSpPr>
        <p:spPr>
          <a:xfrm>
            <a:off x="1524000" y="317500"/>
            <a:ext cx="762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3600" b="1">
                <a:solidFill>
                  <a:srgbClr val="FFFFFF"/>
                </a:solidFill>
                <a:latin typeface="Microsoft YaHei" panose="020B0503020204020204" pitchFamily="34" charset="-122"/>
              </a:rPr>
              <a:t>🎭 情景对话 </a:t>
            </a:r>
            <a:r>
              <a:rPr lang="en-US" altLang="zh-CN" sz="3600" b="1">
                <a:solidFill>
                  <a:srgbClr val="FFFFFF"/>
                </a:solidFill>
                <a:latin typeface="Microsoft YaHei" panose="020B0503020204020204" pitchFamily="34" charset="-122"/>
              </a:rPr>
              <a:t>&amp; </a:t>
            </a:r>
            <a:r>
              <a:rPr lang="zh-CN" altLang="en-US" sz="3600" b="1">
                <a:solidFill>
                  <a:srgbClr val="FFFFFF"/>
                </a:solidFill>
                <a:latin typeface="Microsoft YaHei" panose="020B0503020204020204" pitchFamily="34" charset="-122"/>
              </a:rPr>
              <a:t>实践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BEC3155-9147-F6DB-69D9-FE1B717D4E81}"/>
              </a:ext>
            </a:extLst>
          </p:cNvPr>
          <p:cNvSpPr txBox="1"/>
          <p:nvPr/>
        </p:nvSpPr>
        <p:spPr>
          <a:xfrm>
            <a:off x="1524000" y="889000"/>
            <a:ext cx="7620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>
                <a:solidFill>
                  <a:srgbClr val="E0E0E0"/>
                </a:solidFill>
                <a:latin typeface="Microsoft YaHei" panose="020B0503020204020204" pitchFamily="34" charset="-122"/>
              </a:rPr>
              <a:t>购物 </a:t>
            </a:r>
            <a:r>
              <a:rPr lang="en-US" altLang="zh-CN">
                <a:solidFill>
                  <a:srgbClr val="E0E0E0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>
                <a:solidFill>
                  <a:srgbClr val="E0E0E0"/>
                </a:solidFill>
                <a:latin typeface="Microsoft YaHei" panose="020B0503020204020204" pitchFamily="34" charset="-122"/>
              </a:rPr>
              <a:t>问路 </a:t>
            </a:r>
            <a:r>
              <a:rPr lang="en-US" altLang="zh-CN">
                <a:solidFill>
                  <a:srgbClr val="E0E0E0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>
                <a:solidFill>
                  <a:srgbClr val="E0E0E0"/>
                </a:solidFill>
                <a:latin typeface="Microsoft YaHei" panose="020B0503020204020204" pitchFamily="34" charset="-122"/>
              </a:rPr>
              <a:t>交友 </a:t>
            </a:r>
            <a:r>
              <a:rPr lang="en-US" altLang="zh-CN">
                <a:solidFill>
                  <a:srgbClr val="E0E0E0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>
                <a:solidFill>
                  <a:srgbClr val="E0E0E0"/>
                </a:solidFill>
                <a:latin typeface="Microsoft YaHei" panose="020B0503020204020204" pitchFamily="34" charset="-122"/>
              </a:rPr>
              <a:t>阅读 </a:t>
            </a:r>
            <a:r>
              <a:rPr lang="en-US" altLang="zh-CN">
                <a:solidFill>
                  <a:srgbClr val="E0E0E0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>
                <a:solidFill>
                  <a:srgbClr val="E0E0E0"/>
                </a:solidFill>
                <a:latin typeface="Microsoft YaHei" panose="020B0503020204020204" pitchFamily="34" charset="-122"/>
              </a:rPr>
              <a:t>写作</a:t>
            </a:r>
          </a:p>
        </p:txBody>
      </p:sp>
      <p:sp>
        <p:nvSpPr>
          <p:cNvPr id="6" name="五边形 5">
            <a:extLst>
              <a:ext uri="{FF2B5EF4-FFF2-40B4-BE49-F238E27FC236}">
                <a16:creationId xmlns:a16="http://schemas.microsoft.com/office/drawing/2014/main" id="{46885B4C-C9B8-0C65-EAF7-7D92594F433D}"/>
              </a:ext>
            </a:extLst>
          </p:cNvPr>
          <p:cNvSpPr/>
          <p:nvPr/>
        </p:nvSpPr>
        <p:spPr>
          <a:xfrm>
            <a:off x="10795000" y="381000"/>
            <a:ext cx="508000" cy="508000"/>
          </a:xfrm>
          <a:prstGeom prst="pentagon">
            <a:avLst/>
          </a:prstGeom>
          <a:solidFill>
            <a:srgbClr val="FFD7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39D3665-299F-7BAC-9858-407B624E4C91}"/>
              </a:ext>
            </a:extLst>
          </p:cNvPr>
          <p:cNvSpPr/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5-Point Star 7"/>
          <p:cNvSpPr/>
          <p:nvPr/>
        </p:nvSpPr>
        <p:spPr>
          <a:xfrm rot="2280000">
            <a:off x="409991" y="4103041"/>
            <a:ext cx="200000" cy="200000"/>
          </a:xfrm>
          <a:prstGeom prst="star5">
            <a:avLst/>
          </a:prstGeom>
          <a:solidFill>
            <a:srgbClr val="FFD700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5-Point Star 8"/>
          <p:cNvSpPr/>
          <p:nvPr/>
        </p:nvSpPr>
        <p:spPr>
          <a:xfrm rot="19440000">
            <a:off x="11066966" y="6534880"/>
            <a:ext cx="200000" cy="200000"/>
          </a:xfrm>
          <a:prstGeom prst="star5">
            <a:avLst/>
          </a:prstGeom>
          <a:solidFill>
            <a:srgbClr val="4FC3F7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5-Point Star 9"/>
          <p:cNvSpPr/>
          <p:nvPr/>
        </p:nvSpPr>
        <p:spPr>
          <a:xfrm rot="11400000">
            <a:off x="9608297" y="6539092"/>
            <a:ext cx="200000" cy="200000"/>
          </a:xfrm>
          <a:prstGeom prst="star5">
            <a:avLst/>
          </a:prstGeom>
          <a:solidFill>
            <a:srgbClr val="FF6B6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5-Point Star 10"/>
          <p:cNvSpPr/>
          <p:nvPr/>
        </p:nvSpPr>
        <p:spPr>
          <a:xfrm rot="7380000">
            <a:off x="486918" y="4198379"/>
            <a:ext cx="200000" cy="200000"/>
          </a:xfrm>
          <a:prstGeom prst="star5">
            <a:avLst/>
          </a:prstGeom>
          <a:solidFill>
            <a:srgbClr val="CE93D8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5-Point Star 11"/>
          <p:cNvSpPr/>
          <p:nvPr/>
        </p:nvSpPr>
        <p:spPr>
          <a:xfrm rot="13380000">
            <a:off x="386301" y="4948869"/>
            <a:ext cx="200000" cy="200000"/>
          </a:xfrm>
          <a:prstGeom prst="star5">
            <a:avLst/>
          </a:prstGeom>
          <a:solidFill>
            <a:srgbClr val="81C784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13741" y="4270228"/>
            <a:ext cx="111481" cy="111481"/>
          </a:xfrm>
          <a:prstGeom prst="ellipse">
            <a:avLst/>
          </a:prstGeom>
          <a:solidFill>
            <a:srgbClr val="FFCCBC">
              <a:alpha val="2654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002345" y="3806598"/>
            <a:ext cx="92289" cy="92289"/>
          </a:xfrm>
          <a:prstGeom prst="ellipse">
            <a:avLst/>
          </a:prstGeom>
          <a:solidFill>
            <a:srgbClr val="C8E6C9">
              <a:alpha val="2387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310849" y="5559311"/>
            <a:ext cx="103438" cy="103438"/>
          </a:xfrm>
          <a:prstGeom prst="ellipse">
            <a:avLst/>
          </a:prstGeom>
          <a:solidFill>
            <a:srgbClr val="FFF9C4">
              <a:alpha val="1817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231762" y="568243"/>
            <a:ext cx="112894" cy="112894"/>
          </a:xfrm>
          <a:prstGeom prst="ellipse">
            <a:avLst/>
          </a:prstGeom>
          <a:solidFill>
            <a:srgbClr val="FFCDD2">
              <a:alpha val="2968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414008" y="5654718"/>
            <a:ext cx="79035" cy="79035"/>
          </a:xfrm>
          <a:prstGeom prst="ellipse">
            <a:avLst/>
          </a:prstGeom>
          <a:solidFill>
            <a:srgbClr val="C8E6C9">
              <a:alpha val="3265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195498" y="1797547"/>
            <a:ext cx="95305" cy="95305"/>
          </a:xfrm>
          <a:prstGeom prst="ellipse">
            <a:avLst/>
          </a:prstGeom>
          <a:solidFill>
            <a:srgbClr val="FFF9C4">
              <a:alpha val="2669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629216" y="6347830"/>
            <a:ext cx="116143" cy="116143"/>
          </a:xfrm>
          <a:prstGeom prst="ellipse">
            <a:avLst/>
          </a:prstGeom>
          <a:solidFill>
            <a:srgbClr val="B2EBF2">
              <a:alpha val="3034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701732" y="1511521"/>
            <a:ext cx="109817" cy="109817"/>
          </a:xfrm>
          <a:prstGeom prst="ellipse">
            <a:avLst/>
          </a:prstGeom>
          <a:solidFill>
            <a:srgbClr val="FFCCBC">
              <a:alpha val="2185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88803205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lin ang="3600000" scaled="1"/>
          <a:gsLst>
            <a:gs pos="0">
              <a:srgbClr val="FEF9E7"/>
            </a:gs>
            <a:gs pos="30000">
              <a:srgbClr val="FDEBD0"/>
            </a:gs>
            <a:gs pos="70000">
              <a:srgbClr val="D6EAF8"/>
            </a:gs>
            <a:gs pos="100000">
              <a:srgbClr val="E8DAEF"/>
            </a:gs>
          </a:gsLst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520908D-3A6F-B6BF-6BF5-DFE209295347}"/>
              </a:ext>
            </a:extLst>
          </p:cNvPr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0096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2F59BE5-7590-1384-476E-00D95CD9B3B1}"/>
              </a:ext>
            </a:extLst>
          </p:cNvPr>
          <p:cNvSpPr txBox="1"/>
          <p:nvPr/>
        </p:nvSpPr>
        <p:spPr>
          <a:xfrm>
            <a:off x="254000" y="127000"/>
            <a:ext cx="762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2800" b="1">
                <a:solidFill>
                  <a:srgbClr val="FFFFFF"/>
                </a:solidFill>
                <a:latin typeface="Microsoft YaHei" panose="020B0503020204020204" pitchFamily="34" charset="-122"/>
              </a:rPr>
              <a:t>🛒 购物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58E0698-CE1D-F986-0AAC-7A2A09B9445D}"/>
              </a:ext>
            </a:extLst>
          </p:cNvPr>
          <p:cNvSpPr txBox="1"/>
          <p:nvPr/>
        </p:nvSpPr>
        <p:spPr>
          <a:xfrm>
            <a:off x="762000" y="12065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zh-CN" sz="1600" b="1">
                <a:solidFill>
                  <a:srgbClr val="009688"/>
                </a:solidFill>
                <a:latin typeface="Microsoft YaHei" panose="020B0503020204020204" pitchFamily="34" charset="-122"/>
              </a:rPr>
              <a:t>A: Can I help you?</a:t>
            </a:r>
            <a:endParaRPr lang="zh-CN" altLang="en-US" sz="1600" b="1">
              <a:solidFill>
                <a:srgbClr val="00968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E491F44-8F0F-2672-C051-838C20AC8A4B}"/>
              </a:ext>
            </a:extLst>
          </p:cNvPr>
          <p:cNvSpPr txBox="1"/>
          <p:nvPr/>
        </p:nvSpPr>
        <p:spPr>
          <a:xfrm>
            <a:off x="762000" y="19050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zh-CN" sz="1600" b="1">
                <a:solidFill>
                  <a:srgbClr val="2D6BA4"/>
                </a:solidFill>
                <a:latin typeface="Microsoft YaHei" panose="020B0503020204020204" pitchFamily="34" charset="-122"/>
              </a:rPr>
              <a:t>B: Yes, I want a T-shirt.</a:t>
            </a:r>
            <a:endParaRPr lang="zh-CN" altLang="en-US" sz="1600" b="1">
              <a:solidFill>
                <a:srgbClr val="2D6BA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B5B6463-7D3F-A9ED-BD2D-2A29F9373BA1}"/>
              </a:ext>
            </a:extLst>
          </p:cNvPr>
          <p:cNvSpPr txBox="1"/>
          <p:nvPr/>
        </p:nvSpPr>
        <p:spPr>
          <a:xfrm>
            <a:off x="762000" y="26035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zh-CN" sz="1600" b="1">
                <a:solidFill>
                  <a:srgbClr val="009688"/>
                </a:solidFill>
                <a:latin typeface="Microsoft YaHei" panose="020B0503020204020204" pitchFamily="34" charset="-122"/>
              </a:rPr>
              <a:t>A: What colour?</a:t>
            </a:r>
            <a:endParaRPr lang="zh-CN" altLang="en-US" sz="1600" b="1">
              <a:solidFill>
                <a:srgbClr val="00968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DAEF964-3F79-5BA0-A8F6-5C632C854766}"/>
              </a:ext>
            </a:extLst>
          </p:cNvPr>
          <p:cNvSpPr txBox="1"/>
          <p:nvPr/>
        </p:nvSpPr>
        <p:spPr>
          <a:xfrm>
            <a:off x="762000" y="33020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zh-CN" sz="1600" b="1">
                <a:solidFill>
                  <a:srgbClr val="2D6BA4"/>
                </a:solidFill>
                <a:latin typeface="Microsoft YaHei" panose="020B0503020204020204" pitchFamily="34" charset="-122"/>
              </a:rPr>
              <a:t>B: Blue. How much?</a:t>
            </a:r>
            <a:endParaRPr lang="zh-CN" altLang="en-US" sz="1600" b="1">
              <a:solidFill>
                <a:srgbClr val="2D6BA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2D3E13F-3A6B-43FE-6619-79CB0B3ACD66}"/>
              </a:ext>
            </a:extLst>
          </p:cNvPr>
          <p:cNvSpPr txBox="1"/>
          <p:nvPr/>
        </p:nvSpPr>
        <p:spPr>
          <a:xfrm>
            <a:off x="762000" y="40005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zh-CN" sz="1600" b="1">
                <a:solidFill>
                  <a:srgbClr val="009688"/>
                </a:solidFill>
                <a:latin typeface="Microsoft YaHei" panose="020B0503020204020204" pitchFamily="34" charset="-122"/>
              </a:rPr>
              <a:t>A: It's 50 yuan.</a:t>
            </a:r>
            <a:endParaRPr lang="zh-CN" altLang="en-US" sz="1600" b="1">
              <a:solidFill>
                <a:srgbClr val="00968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E2F2BDC-BD4A-2213-C36A-DFE0C4FB270E}"/>
              </a:ext>
            </a:extLst>
          </p:cNvPr>
          <p:cNvSpPr txBox="1"/>
          <p:nvPr/>
        </p:nvSpPr>
        <p:spPr>
          <a:xfrm>
            <a:off x="762000" y="46990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zh-CN" sz="1600" b="1">
                <a:solidFill>
                  <a:srgbClr val="2D6BA4"/>
                </a:solidFill>
                <a:latin typeface="Microsoft YaHei" panose="020B0503020204020204" pitchFamily="34" charset="-122"/>
              </a:rPr>
              <a:t>B: I'll take it!</a:t>
            </a:r>
            <a:endParaRPr lang="zh-CN" altLang="en-US" sz="1600" b="1">
              <a:solidFill>
                <a:srgbClr val="2D6BA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5-Point Star 9"/>
          <p:cNvSpPr/>
          <p:nvPr/>
        </p:nvSpPr>
        <p:spPr>
          <a:xfrm rot="14400000">
            <a:off x="437560" y="3849787"/>
            <a:ext cx="200000" cy="200000"/>
          </a:xfrm>
          <a:prstGeom prst="star5">
            <a:avLst/>
          </a:prstGeom>
          <a:solidFill>
            <a:srgbClr val="FF6B6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5-Point Star 10"/>
          <p:cNvSpPr/>
          <p:nvPr/>
        </p:nvSpPr>
        <p:spPr>
          <a:xfrm rot="19140000">
            <a:off x="9646399" y="6524777"/>
            <a:ext cx="200000" cy="200000"/>
          </a:xfrm>
          <a:prstGeom prst="star5">
            <a:avLst/>
          </a:prstGeom>
          <a:solidFill>
            <a:srgbClr val="FF9F43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5-Point Star 11"/>
          <p:cNvSpPr/>
          <p:nvPr/>
        </p:nvSpPr>
        <p:spPr>
          <a:xfrm rot="19140000">
            <a:off x="11829575" y="3733723"/>
            <a:ext cx="200000" cy="200000"/>
          </a:xfrm>
          <a:prstGeom prst="star5">
            <a:avLst/>
          </a:prstGeom>
          <a:solidFill>
            <a:srgbClr val="81C784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629533" y="5518315"/>
            <a:ext cx="74198" cy="74198"/>
          </a:xfrm>
          <a:prstGeom prst="ellipse">
            <a:avLst/>
          </a:prstGeom>
          <a:solidFill>
            <a:srgbClr val="FFCDD2">
              <a:alpha val="2629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720293" y="6090849"/>
            <a:ext cx="80221" cy="80221"/>
          </a:xfrm>
          <a:prstGeom prst="ellipse">
            <a:avLst/>
          </a:prstGeom>
          <a:solidFill>
            <a:srgbClr val="E1BEE7">
              <a:alpha val="1707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060260" y="797921"/>
            <a:ext cx="126717" cy="126717"/>
          </a:xfrm>
          <a:prstGeom prst="ellipse">
            <a:avLst/>
          </a:prstGeom>
          <a:solidFill>
            <a:srgbClr val="C8E6C9">
              <a:alpha val="3114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929673" y="6653527"/>
            <a:ext cx="124760" cy="124760"/>
          </a:xfrm>
          <a:prstGeom prst="ellipse">
            <a:avLst/>
          </a:prstGeom>
          <a:solidFill>
            <a:srgbClr val="FFCDD2">
              <a:alpha val="2609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745342" y="5606215"/>
            <a:ext cx="123498" cy="123498"/>
          </a:xfrm>
          <a:prstGeom prst="ellipse">
            <a:avLst/>
          </a:prstGeom>
          <a:solidFill>
            <a:srgbClr val="E1BEE7">
              <a:alpha val="2277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75382" y="5875327"/>
            <a:ext cx="72583" cy="72583"/>
          </a:xfrm>
          <a:prstGeom prst="ellipse">
            <a:avLst/>
          </a:prstGeom>
          <a:solidFill>
            <a:srgbClr val="FFCDD2">
              <a:alpha val="2445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53290001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lin ang="3600000" scaled="1"/>
          <a:gsLst>
            <a:gs pos="0">
              <a:srgbClr val="FEF9E7"/>
            </a:gs>
            <a:gs pos="30000">
              <a:srgbClr val="FDEBD0"/>
            </a:gs>
            <a:gs pos="70000">
              <a:srgbClr val="D6EAF8"/>
            </a:gs>
            <a:gs pos="100000">
              <a:srgbClr val="E8DAEF"/>
            </a:gs>
          </a:gsLst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EF0E01F-6B47-E1E8-483A-369D3C088A4B}"/>
              </a:ext>
            </a:extLst>
          </p:cNvPr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0096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4FFA5BC-F4FA-7000-74F5-D4380D75E84C}"/>
              </a:ext>
            </a:extLst>
          </p:cNvPr>
          <p:cNvSpPr txBox="1"/>
          <p:nvPr/>
        </p:nvSpPr>
        <p:spPr>
          <a:xfrm>
            <a:off x="254000" y="127000"/>
            <a:ext cx="762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2800" b="1">
                <a:solidFill>
                  <a:srgbClr val="FFFFFF"/>
                </a:solidFill>
                <a:latin typeface="Microsoft YaHei" panose="020B0503020204020204" pitchFamily="34" charset="-122"/>
              </a:rPr>
              <a:t>📍 问路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A773F55-5FDE-C8E0-546F-709DAAAE0541}"/>
              </a:ext>
            </a:extLst>
          </p:cNvPr>
          <p:cNvSpPr txBox="1"/>
          <p:nvPr/>
        </p:nvSpPr>
        <p:spPr>
          <a:xfrm>
            <a:off x="762000" y="12065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zh-CN" sz="1600" b="1">
                <a:solidFill>
                  <a:srgbClr val="009688"/>
                </a:solidFill>
                <a:latin typeface="Microsoft YaHei" panose="020B0503020204020204" pitchFamily="34" charset="-122"/>
              </a:rPr>
              <a:t>A: Where's the hospital?</a:t>
            </a:r>
            <a:endParaRPr lang="zh-CN" altLang="en-US" sz="1600" b="1">
              <a:solidFill>
                <a:srgbClr val="00968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1823160-4D4E-64C5-7AA5-A47F9884CFC7}"/>
              </a:ext>
            </a:extLst>
          </p:cNvPr>
          <p:cNvSpPr txBox="1"/>
          <p:nvPr/>
        </p:nvSpPr>
        <p:spPr>
          <a:xfrm>
            <a:off x="762000" y="19050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zh-CN" sz="1600" b="1">
                <a:solidFill>
                  <a:srgbClr val="2D6BA4"/>
                </a:solidFill>
                <a:latin typeface="Microsoft YaHei" panose="020B0503020204020204" pitchFamily="34" charset="-122"/>
              </a:rPr>
              <a:t>B: It's near the park.</a:t>
            </a:r>
            <a:endParaRPr lang="zh-CN" altLang="en-US" sz="1600" b="1">
              <a:solidFill>
                <a:srgbClr val="2D6BA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D1B267A-8549-7DCE-2F9E-4EA36B870A59}"/>
              </a:ext>
            </a:extLst>
          </p:cNvPr>
          <p:cNvSpPr txBox="1"/>
          <p:nvPr/>
        </p:nvSpPr>
        <p:spPr>
          <a:xfrm>
            <a:off x="762000" y="26035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zh-CN" sz="1600" b="1">
                <a:solidFill>
                  <a:srgbClr val="009688"/>
                </a:solidFill>
                <a:latin typeface="Microsoft YaHei" panose="020B0503020204020204" pitchFamily="34" charset="-122"/>
              </a:rPr>
              <a:t>A: How can I get there?</a:t>
            </a:r>
            <a:endParaRPr lang="zh-CN" altLang="en-US" sz="1600" b="1">
              <a:solidFill>
                <a:srgbClr val="00968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0230C52-18DE-0834-5BF6-52408AC021B5}"/>
              </a:ext>
            </a:extLst>
          </p:cNvPr>
          <p:cNvSpPr txBox="1"/>
          <p:nvPr/>
        </p:nvSpPr>
        <p:spPr>
          <a:xfrm>
            <a:off x="762000" y="33020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zh-CN" sz="1600" b="1">
                <a:solidFill>
                  <a:srgbClr val="2D6BA4"/>
                </a:solidFill>
                <a:latin typeface="Microsoft YaHei" panose="020B0503020204020204" pitchFamily="34" charset="-122"/>
              </a:rPr>
              <a:t>B: Turn left at the school.</a:t>
            </a:r>
            <a:endParaRPr lang="zh-CN" altLang="en-US" sz="1600" b="1">
              <a:solidFill>
                <a:srgbClr val="2D6BA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5-Point Star 7"/>
          <p:cNvSpPr/>
          <p:nvPr/>
        </p:nvSpPr>
        <p:spPr>
          <a:xfrm>
            <a:off x="10875720" y="6448970"/>
            <a:ext cx="200000" cy="200000"/>
          </a:xfrm>
          <a:prstGeom prst="star5">
            <a:avLst/>
          </a:prstGeom>
          <a:solidFill>
            <a:srgbClr val="FF9F43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5-Point Star 8"/>
          <p:cNvSpPr/>
          <p:nvPr/>
        </p:nvSpPr>
        <p:spPr>
          <a:xfrm rot="14820000">
            <a:off x="11816740" y="5992814"/>
            <a:ext cx="200000" cy="200000"/>
          </a:xfrm>
          <a:prstGeom prst="star5">
            <a:avLst/>
          </a:prstGeom>
          <a:solidFill>
            <a:srgbClr val="81C784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5-Point Star 9"/>
          <p:cNvSpPr/>
          <p:nvPr/>
        </p:nvSpPr>
        <p:spPr>
          <a:xfrm rot="1320000">
            <a:off x="7666009" y="6396903"/>
            <a:ext cx="200000" cy="200000"/>
          </a:xfrm>
          <a:prstGeom prst="star5">
            <a:avLst/>
          </a:prstGeom>
          <a:solidFill>
            <a:srgbClr val="81C784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900737" y="6004431"/>
            <a:ext cx="147514" cy="147514"/>
          </a:xfrm>
          <a:prstGeom prst="ellipse">
            <a:avLst/>
          </a:prstGeom>
          <a:solidFill>
            <a:srgbClr val="E1BEE7">
              <a:alpha val="2017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805793" y="5662310"/>
            <a:ext cx="134835" cy="134835"/>
          </a:xfrm>
          <a:prstGeom prst="ellipse">
            <a:avLst/>
          </a:prstGeom>
          <a:solidFill>
            <a:srgbClr val="B2EBF2">
              <a:alpha val="3478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510202" y="6224448"/>
            <a:ext cx="76543" cy="76543"/>
          </a:xfrm>
          <a:prstGeom prst="ellipse">
            <a:avLst/>
          </a:prstGeom>
          <a:solidFill>
            <a:srgbClr val="FFCDD2">
              <a:alpha val="2448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402627" y="4294837"/>
            <a:ext cx="87354" cy="87354"/>
          </a:xfrm>
          <a:prstGeom prst="ellipse">
            <a:avLst/>
          </a:prstGeom>
          <a:solidFill>
            <a:srgbClr val="FFF9C4">
              <a:alpha val="197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093370" y="889715"/>
            <a:ext cx="80239" cy="80239"/>
          </a:xfrm>
          <a:prstGeom prst="ellipse">
            <a:avLst/>
          </a:prstGeom>
          <a:solidFill>
            <a:srgbClr val="B2EBF2">
              <a:alpha val="243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985648" y="5523272"/>
            <a:ext cx="114099" cy="114099"/>
          </a:xfrm>
          <a:prstGeom prst="ellipse">
            <a:avLst/>
          </a:prstGeom>
          <a:solidFill>
            <a:srgbClr val="B3E5FC">
              <a:alpha val="2127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78288162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lin ang="3600000" scaled="1"/>
          <a:gsLst>
            <a:gs pos="0">
              <a:srgbClr val="FEF9E7"/>
            </a:gs>
            <a:gs pos="30000">
              <a:srgbClr val="FDEBD0"/>
            </a:gs>
            <a:gs pos="70000">
              <a:srgbClr val="D6EAF8"/>
            </a:gs>
            <a:gs pos="100000">
              <a:srgbClr val="E8DAEF"/>
            </a:gs>
          </a:gsLst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B0715F5-DC1A-40AF-0332-5A2511D6B38E}"/>
              </a:ext>
            </a:extLst>
          </p:cNvPr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0096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F7F0F2F-C359-9368-C018-952D96DE79E3}"/>
              </a:ext>
            </a:extLst>
          </p:cNvPr>
          <p:cNvSpPr txBox="1"/>
          <p:nvPr/>
        </p:nvSpPr>
        <p:spPr>
          <a:xfrm>
            <a:off x="254000" y="127000"/>
            <a:ext cx="762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2800" b="1">
                <a:solidFill>
                  <a:srgbClr val="FFFFFF"/>
                </a:solidFill>
                <a:latin typeface="Microsoft YaHei" panose="020B0503020204020204" pitchFamily="34" charset="-122"/>
              </a:rPr>
              <a:t>🤝 交友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6557831-6A93-9098-31AD-929E529E21AF}"/>
              </a:ext>
            </a:extLst>
          </p:cNvPr>
          <p:cNvSpPr txBox="1"/>
          <p:nvPr/>
        </p:nvSpPr>
        <p:spPr>
          <a:xfrm>
            <a:off x="762000" y="12065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zh-CN" sz="1600" b="1">
                <a:solidFill>
                  <a:srgbClr val="009688"/>
                </a:solidFill>
                <a:latin typeface="Microsoft YaHei" panose="020B0503020204020204" pitchFamily="34" charset="-122"/>
              </a:rPr>
              <a:t>A: This is my friend Lily.</a:t>
            </a:r>
            <a:endParaRPr lang="zh-CN" altLang="en-US" sz="1600" b="1">
              <a:solidFill>
                <a:srgbClr val="00968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800DDA4-8291-1030-3A03-72184015A209}"/>
              </a:ext>
            </a:extLst>
          </p:cNvPr>
          <p:cNvSpPr txBox="1"/>
          <p:nvPr/>
        </p:nvSpPr>
        <p:spPr>
          <a:xfrm>
            <a:off x="762000" y="19050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zh-CN" sz="1600" b="1">
                <a:solidFill>
                  <a:srgbClr val="2D6BA4"/>
                </a:solidFill>
                <a:latin typeface="Microsoft YaHei" panose="020B0503020204020204" pitchFamily="34" charset="-122"/>
              </a:rPr>
              <a:t>B: Nice to meet you Lily!</a:t>
            </a:r>
            <a:endParaRPr lang="zh-CN" altLang="en-US" sz="1600" b="1">
              <a:solidFill>
                <a:srgbClr val="2D6BA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99A76C-A9D5-C929-D832-C6E81BF7F73D}"/>
              </a:ext>
            </a:extLst>
          </p:cNvPr>
          <p:cNvSpPr txBox="1"/>
          <p:nvPr/>
        </p:nvSpPr>
        <p:spPr>
          <a:xfrm>
            <a:off x="762000" y="26035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zh-CN" sz="1600" b="1">
                <a:solidFill>
                  <a:srgbClr val="2D6BA4"/>
                </a:solidFill>
                <a:latin typeface="Microsoft YaHei" panose="020B0503020204020204" pitchFamily="34" charset="-122"/>
              </a:rPr>
              <a:t>C: Nice to meet you too!</a:t>
            </a:r>
            <a:endParaRPr lang="zh-CN" altLang="en-US" sz="1600" b="1">
              <a:solidFill>
                <a:srgbClr val="2D6BA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ADB9150-FE81-4656-AD23-DB6C7425124C}"/>
              </a:ext>
            </a:extLst>
          </p:cNvPr>
          <p:cNvSpPr txBox="1"/>
          <p:nvPr/>
        </p:nvSpPr>
        <p:spPr>
          <a:xfrm>
            <a:off x="762000" y="33020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zh-CN" sz="1600" b="1">
                <a:solidFill>
                  <a:srgbClr val="009688"/>
                </a:solidFill>
                <a:latin typeface="Microsoft YaHei" panose="020B0503020204020204" pitchFamily="34" charset="-122"/>
              </a:rPr>
              <a:t>A: Lily likes music.</a:t>
            </a:r>
            <a:endParaRPr lang="zh-CN" altLang="en-US" sz="1600" b="1">
              <a:solidFill>
                <a:srgbClr val="00968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5-Point Star 7"/>
          <p:cNvSpPr/>
          <p:nvPr/>
        </p:nvSpPr>
        <p:spPr>
          <a:xfrm rot="16560000">
            <a:off x="8189138" y="6352078"/>
            <a:ext cx="200000" cy="200000"/>
          </a:xfrm>
          <a:prstGeom prst="star5">
            <a:avLst/>
          </a:prstGeom>
          <a:solidFill>
            <a:srgbClr val="CE93D8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5-Point Star 8"/>
          <p:cNvSpPr/>
          <p:nvPr/>
        </p:nvSpPr>
        <p:spPr>
          <a:xfrm rot="2040000">
            <a:off x="11752317" y="3106863"/>
            <a:ext cx="200000" cy="200000"/>
          </a:xfrm>
          <a:prstGeom prst="star5">
            <a:avLst/>
          </a:prstGeom>
          <a:solidFill>
            <a:srgbClr val="81C784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5-Point Star 9"/>
          <p:cNvSpPr/>
          <p:nvPr/>
        </p:nvSpPr>
        <p:spPr>
          <a:xfrm rot="6240000">
            <a:off x="390541" y="1432607"/>
            <a:ext cx="200000" cy="200000"/>
          </a:xfrm>
          <a:prstGeom prst="star5">
            <a:avLst/>
          </a:prstGeom>
          <a:solidFill>
            <a:srgbClr val="FFD700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819268" y="715010"/>
            <a:ext cx="87803" cy="87803"/>
          </a:xfrm>
          <a:prstGeom prst="ellipse">
            <a:avLst/>
          </a:prstGeom>
          <a:solidFill>
            <a:srgbClr val="E1BEE7">
              <a:alpha val="1518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115210" y="4450123"/>
            <a:ext cx="115094" cy="115094"/>
          </a:xfrm>
          <a:prstGeom prst="ellipse">
            <a:avLst/>
          </a:prstGeom>
          <a:solidFill>
            <a:srgbClr val="FFCDD2">
              <a:alpha val="1923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044279" y="5140352"/>
            <a:ext cx="73946" cy="73946"/>
          </a:xfrm>
          <a:prstGeom prst="ellipse">
            <a:avLst/>
          </a:prstGeom>
          <a:solidFill>
            <a:srgbClr val="FFCCBC">
              <a:alpha val="2978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19088" y="5373326"/>
            <a:ext cx="67443" cy="67443"/>
          </a:xfrm>
          <a:prstGeom prst="ellipse">
            <a:avLst/>
          </a:prstGeom>
          <a:solidFill>
            <a:srgbClr val="B2EBF2">
              <a:alpha val="1971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89832" y="2250348"/>
            <a:ext cx="137032" cy="137032"/>
          </a:xfrm>
          <a:prstGeom prst="ellipse">
            <a:avLst/>
          </a:prstGeom>
          <a:solidFill>
            <a:srgbClr val="B3E5FC">
              <a:alpha val="2727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856790" y="5538332"/>
            <a:ext cx="132819" cy="132819"/>
          </a:xfrm>
          <a:prstGeom prst="ellipse">
            <a:avLst/>
          </a:prstGeom>
          <a:solidFill>
            <a:srgbClr val="C8E6C9">
              <a:alpha val="1793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5429280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lin ang="3600000" scaled="1"/>
          <a:gsLst>
            <a:gs pos="0">
              <a:srgbClr val="FEF9E7"/>
            </a:gs>
            <a:gs pos="30000">
              <a:srgbClr val="FDEBD0"/>
            </a:gs>
            <a:gs pos="70000">
              <a:srgbClr val="D6EAF8"/>
            </a:gs>
            <a:gs pos="100000">
              <a:srgbClr val="E8DAEF"/>
            </a:gs>
          </a:gsLst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DD78663-319C-4F82-E8BB-12BCD883D39B}"/>
              </a:ext>
            </a:extLst>
          </p:cNvPr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0096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22694BE-FE86-77C4-943C-39DB4608DAF2}"/>
              </a:ext>
            </a:extLst>
          </p:cNvPr>
          <p:cNvSpPr txBox="1"/>
          <p:nvPr/>
        </p:nvSpPr>
        <p:spPr>
          <a:xfrm>
            <a:off x="254000" y="127000"/>
            <a:ext cx="762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2800" b="1">
                <a:solidFill>
                  <a:srgbClr val="FFFFFF"/>
                </a:solidFill>
                <a:latin typeface="Microsoft YaHei" panose="020B0503020204020204" pitchFamily="34" charset="-122"/>
              </a:rPr>
              <a:t>⚽ 爱好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CA9BF40-8451-9B17-0E9D-5A436647ED85}"/>
              </a:ext>
            </a:extLst>
          </p:cNvPr>
          <p:cNvSpPr txBox="1"/>
          <p:nvPr/>
        </p:nvSpPr>
        <p:spPr>
          <a:xfrm>
            <a:off x="762000" y="12065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zh-CN" sz="1600" b="1">
                <a:solidFill>
                  <a:srgbClr val="009688"/>
                </a:solidFill>
                <a:latin typeface="Microsoft YaHei" panose="020B0503020204020204" pitchFamily="34" charset="-122"/>
              </a:rPr>
              <a:t>A: What do you like to do?</a:t>
            </a:r>
            <a:endParaRPr lang="zh-CN" altLang="en-US" sz="1600" b="1">
              <a:solidFill>
                <a:srgbClr val="00968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7F8BDF1-A136-30AB-E018-79EDA9574E42}"/>
              </a:ext>
            </a:extLst>
          </p:cNvPr>
          <p:cNvSpPr txBox="1"/>
          <p:nvPr/>
        </p:nvSpPr>
        <p:spPr>
          <a:xfrm>
            <a:off x="762000" y="19050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zh-CN" sz="1600" b="1">
                <a:solidFill>
                  <a:srgbClr val="2D6BA4"/>
                </a:solidFill>
                <a:latin typeface="Microsoft YaHei" panose="020B0503020204020204" pitchFamily="34" charset="-122"/>
              </a:rPr>
              <a:t>B: I like basketball.</a:t>
            </a:r>
            <a:endParaRPr lang="zh-CN" altLang="en-US" sz="1600" b="1">
              <a:solidFill>
                <a:srgbClr val="2D6BA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3665872-098A-EB3D-6065-D4E74F24840B}"/>
              </a:ext>
            </a:extLst>
          </p:cNvPr>
          <p:cNvSpPr txBox="1"/>
          <p:nvPr/>
        </p:nvSpPr>
        <p:spPr>
          <a:xfrm>
            <a:off x="762000" y="26035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zh-CN" sz="1600" b="1">
                <a:solidFill>
                  <a:srgbClr val="009688"/>
                </a:solidFill>
                <a:latin typeface="Microsoft YaHei" panose="020B0503020204020204" pitchFamily="34" charset="-122"/>
              </a:rPr>
              <a:t>A: Can you play well?</a:t>
            </a:r>
            <a:endParaRPr lang="zh-CN" altLang="en-US" sz="1600" b="1">
              <a:solidFill>
                <a:srgbClr val="00968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A0093D6-3B62-D645-9E2B-0A9C7E9FE366}"/>
              </a:ext>
            </a:extLst>
          </p:cNvPr>
          <p:cNvSpPr txBox="1"/>
          <p:nvPr/>
        </p:nvSpPr>
        <p:spPr>
          <a:xfrm>
            <a:off x="762000" y="33020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zh-CN" sz="1600" b="1">
                <a:solidFill>
                  <a:srgbClr val="2D6BA4"/>
                </a:solidFill>
                <a:latin typeface="Microsoft YaHei" panose="020B0503020204020204" pitchFamily="34" charset="-122"/>
              </a:rPr>
              <a:t>B: Yes, I play every weekend!</a:t>
            </a:r>
            <a:endParaRPr lang="zh-CN" altLang="en-US" sz="1600" b="1">
              <a:solidFill>
                <a:srgbClr val="2D6BA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5-Point Star 7"/>
          <p:cNvSpPr/>
          <p:nvPr/>
        </p:nvSpPr>
        <p:spPr>
          <a:xfrm rot="13860000">
            <a:off x="11752070" y="3693688"/>
            <a:ext cx="200000" cy="200000"/>
          </a:xfrm>
          <a:prstGeom prst="star5">
            <a:avLst/>
          </a:prstGeom>
          <a:solidFill>
            <a:srgbClr val="81C784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5-Point Star 8"/>
          <p:cNvSpPr/>
          <p:nvPr/>
        </p:nvSpPr>
        <p:spPr>
          <a:xfrm rot="12720000">
            <a:off x="11812173" y="5884895"/>
            <a:ext cx="200000" cy="200000"/>
          </a:xfrm>
          <a:prstGeom prst="star5">
            <a:avLst/>
          </a:prstGeom>
          <a:solidFill>
            <a:srgbClr val="FFD700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5-Point Star 9"/>
          <p:cNvSpPr/>
          <p:nvPr/>
        </p:nvSpPr>
        <p:spPr>
          <a:xfrm rot="17040000">
            <a:off x="302993" y="3937424"/>
            <a:ext cx="200000" cy="200000"/>
          </a:xfrm>
          <a:prstGeom prst="star5">
            <a:avLst/>
          </a:prstGeom>
          <a:solidFill>
            <a:srgbClr val="CE93D8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647801" y="4777472"/>
            <a:ext cx="82864" cy="82864"/>
          </a:xfrm>
          <a:prstGeom prst="ellipse">
            <a:avLst/>
          </a:prstGeom>
          <a:solidFill>
            <a:srgbClr val="FFCCBC">
              <a:alpha val="3145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841419" y="4125038"/>
            <a:ext cx="140001" cy="140001"/>
          </a:xfrm>
          <a:prstGeom prst="ellipse">
            <a:avLst/>
          </a:prstGeom>
          <a:solidFill>
            <a:srgbClr val="C8E6C9">
              <a:alpha val="3433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75709" y="6397329"/>
            <a:ext cx="79029" cy="79029"/>
          </a:xfrm>
          <a:prstGeom prst="ellipse">
            <a:avLst/>
          </a:prstGeom>
          <a:solidFill>
            <a:srgbClr val="B3E5FC">
              <a:alpha val="2122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273360" y="6262354"/>
            <a:ext cx="149809" cy="149809"/>
          </a:xfrm>
          <a:prstGeom prst="ellipse">
            <a:avLst/>
          </a:prstGeom>
          <a:solidFill>
            <a:srgbClr val="FFCCBC">
              <a:alpha val="2036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438911" y="4501186"/>
            <a:ext cx="87408" cy="87408"/>
          </a:xfrm>
          <a:prstGeom prst="ellipse">
            <a:avLst/>
          </a:prstGeom>
          <a:solidFill>
            <a:srgbClr val="FFCDD2">
              <a:alpha val="2886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027054" y="711779"/>
            <a:ext cx="91369" cy="91369"/>
          </a:xfrm>
          <a:prstGeom prst="ellipse">
            <a:avLst/>
          </a:prstGeom>
          <a:solidFill>
            <a:srgbClr val="B2EBF2">
              <a:alpha val="2974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55177354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lin ang="3600000" scaled="1"/>
          <a:gsLst>
            <a:gs pos="0">
              <a:srgbClr val="FEF9E7"/>
            </a:gs>
            <a:gs pos="30000">
              <a:srgbClr val="FDEBD0"/>
            </a:gs>
            <a:gs pos="70000">
              <a:srgbClr val="D6EAF8"/>
            </a:gs>
            <a:gs pos="100000">
              <a:srgbClr val="E8DAEF"/>
            </a:gs>
          </a:gsLst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6E8DD59-A40B-373D-EB96-60AB6F0E3F5F}"/>
              </a:ext>
            </a:extLst>
          </p:cNvPr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1A3C6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1FCE944-B6E4-3BB6-777B-4FDE59300CEC}"/>
              </a:ext>
            </a:extLst>
          </p:cNvPr>
          <p:cNvSpPr txBox="1"/>
          <p:nvPr/>
        </p:nvSpPr>
        <p:spPr>
          <a:xfrm>
            <a:off x="254000" y="127000"/>
            <a:ext cx="762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2800" b="1">
                <a:solidFill>
                  <a:srgbClr val="FFFFFF"/>
                </a:solidFill>
                <a:latin typeface="Microsoft YaHei" panose="020B0503020204020204" pitchFamily="34" charset="-122"/>
              </a:rPr>
              <a:t>📖 阅读：</a:t>
            </a:r>
            <a:r>
              <a:rPr lang="en-US" altLang="zh-CN" sz="2800" b="1">
                <a:solidFill>
                  <a:srgbClr val="FFFFFF"/>
                </a:solidFill>
                <a:latin typeface="Microsoft YaHei" panose="020B0503020204020204" pitchFamily="34" charset="-122"/>
              </a:rPr>
              <a:t>My Day</a:t>
            </a:r>
            <a:endParaRPr lang="zh-CN" altLang="en-US" sz="28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14195A04-A97B-E61E-4F08-96332CD76D4D}"/>
              </a:ext>
            </a:extLst>
          </p:cNvPr>
          <p:cNvSpPr/>
          <p:nvPr/>
        </p:nvSpPr>
        <p:spPr>
          <a:xfrm>
            <a:off x="508000" y="1143000"/>
            <a:ext cx="11176000" cy="4826000"/>
          </a:xfrm>
          <a:prstGeom prst="round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B13B8B3-A2E3-DDBB-9AD4-0662719DCEF0}"/>
              </a:ext>
            </a:extLst>
          </p:cNvPr>
          <p:cNvSpPr/>
          <p:nvPr/>
        </p:nvSpPr>
        <p:spPr>
          <a:xfrm>
            <a:off x="508000" y="1143000"/>
            <a:ext cx="11176000" cy="101600"/>
          </a:xfrm>
          <a:prstGeom prst="rect">
            <a:avLst/>
          </a:prstGeom>
          <a:solidFill>
            <a:srgbClr val="1A3C6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6F59BDAA-B0B4-4D3F-C16B-CBFE66DACDBE}"/>
              </a:ext>
            </a:extLst>
          </p:cNvPr>
          <p:cNvSpPr/>
          <p:nvPr/>
        </p:nvSpPr>
        <p:spPr>
          <a:xfrm>
            <a:off x="762000" y="1524000"/>
            <a:ext cx="10668000" cy="635000"/>
          </a:xfrm>
          <a:prstGeom prst="roundRect">
            <a:avLst/>
          </a:prstGeom>
          <a:solidFill>
            <a:srgbClr val="FFFFFF"/>
          </a:solidFill>
          <a:ln>
            <a:solidFill>
              <a:srgbClr val="EEEE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0E98E21-0DF5-0943-4DA7-5544A3732827}"/>
              </a:ext>
            </a:extLst>
          </p:cNvPr>
          <p:cNvSpPr txBox="1"/>
          <p:nvPr/>
        </p:nvSpPr>
        <p:spPr>
          <a:xfrm>
            <a:off x="889000" y="1587500"/>
            <a:ext cx="10414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zh-CN">
                <a:solidFill>
                  <a:srgbClr val="2C3E50"/>
                </a:solidFill>
                <a:latin typeface="Microsoft YaHei" panose="020B0503020204020204" pitchFamily="34" charset="-122"/>
              </a:rPr>
              <a:t>My name is Tom. I am 12 years old.</a:t>
            </a:r>
            <a:endParaRPr lang="zh-CN" altLang="en-US">
              <a:solidFill>
                <a:srgbClr val="2C3E5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966E2CCC-78CA-71A1-9C9E-923607D250B0}"/>
              </a:ext>
            </a:extLst>
          </p:cNvPr>
          <p:cNvSpPr/>
          <p:nvPr/>
        </p:nvSpPr>
        <p:spPr>
          <a:xfrm>
            <a:off x="762000" y="2286000"/>
            <a:ext cx="10668000" cy="635000"/>
          </a:xfrm>
          <a:prstGeom prst="roundRect">
            <a:avLst/>
          </a:prstGeom>
          <a:solidFill>
            <a:srgbClr val="FFFFFF"/>
          </a:solidFill>
          <a:ln>
            <a:solidFill>
              <a:srgbClr val="EEEE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BDDFACD-8569-1BDE-0DA7-B66765DC6092}"/>
              </a:ext>
            </a:extLst>
          </p:cNvPr>
          <p:cNvSpPr txBox="1"/>
          <p:nvPr/>
        </p:nvSpPr>
        <p:spPr>
          <a:xfrm>
            <a:off x="889000" y="2349500"/>
            <a:ext cx="10414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zh-CN">
                <a:solidFill>
                  <a:srgbClr val="2C3E50"/>
                </a:solidFill>
                <a:latin typeface="Microsoft YaHei" panose="020B0503020204020204" pitchFamily="34" charset="-122"/>
              </a:rPr>
              <a:t>I get up at 6 o'clock.</a:t>
            </a:r>
            <a:endParaRPr lang="zh-CN" altLang="en-US">
              <a:solidFill>
                <a:srgbClr val="2C3E5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6739785A-F4D3-9D68-9E20-6FB353C7F027}"/>
              </a:ext>
            </a:extLst>
          </p:cNvPr>
          <p:cNvSpPr/>
          <p:nvPr/>
        </p:nvSpPr>
        <p:spPr>
          <a:xfrm>
            <a:off x="762000" y="3048000"/>
            <a:ext cx="10668000" cy="635000"/>
          </a:xfrm>
          <a:prstGeom prst="roundRect">
            <a:avLst/>
          </a:prstGeom>
          <a:solidFill>
            <a:srgbClr val="FFFFFF"/>
          </a:solidFill>
          <a:ln>
            <a:solidFill>
              <a:srgbClr val="EEEE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E22344A-ED0D-54FD-E605-CA2566B33353}"/>
              </a:ext>
            </a:extLst>
          </p:cNvPr>
          <p:cNvSpPr txBox="1"/>
          <p:nvPr/>
        </p:nvSpPr>
        <p:spPr>
          <a:xfrm>
            <a:off x="889000" y="3111500"/>
            <a:ext cx="10414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zh-CN">
                <a:solidFill>
                  <a:srgbClr val="2C3E50"/>
                </a:solidFill>
                <a:latin typeface="Microsoft YaHei" panose="020B0503020204020204" pitchFamily="34" charset="-122"/>
              </a:rPr>
              <a:t>I go to school by bus.</a:t>
            </a:r>
            <a:endParaRPr lang="zh-CN" altLang="en-US">
              <a:solidFill>
                <a:srgbClr val="2C3E5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060565B1-AEBB-15EE-3960-A2EA040CAB53}"/>
              </a:ext>
            </a:extLst>
          </p:cNvPr>
          <p:cNvSpPr/>
          <p:nvPr/>
        </p:nvSpPr>
        <p:spPr>
          <a:xfrm>
            <a:off x="762000" y="3810000"/>
            <a:ext cx="10668000" cy="635000"/>
          </a:xfrm>
          <a:prstGeom prst="roundRect">
            <a:avLst/>
          </a:prstGeom>
          <a:solidFill>
            <a:srgbClr val="FFFFFF"/>
          </a:solidFill>
          <a:ln>
            <a:solidFill>
              <a:srgbClr val="EEEE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3C34671-6173-BA80-A13A-FE7A68FE3FD4}"/>
              </a:ext>
            </a:extLst>
          </p:cNvPr>
          <p:cNvSpPr txBox="1"/>
          <p:nvPr/>
        </p:nvSpPr>
        <p:spPr>
          <a:xfrm>
            <a:off x="889000" y="3873500"/>
            <a:ext cx="10414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zh-CN">
                <a:solidFill>
                  <a:srgbClr val="2C3E50"/>
                </a:solidFill>
                <a:latin typeface="Microsoft YaHei" panose="020B0503020204020204" pitchFamily="34" charset="-122"/>
              </a:rPr>
              <a:t>I like English very much.</a:t>
            </a:r>
            <a:endParaRPr lang="zh-CN" altLang="en-US">
              <a:solidFill>
                <a:srgbClr val="2C3E5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48CEAB2A-7357-4A07-DA85-EA9EBCBE9444}"/>
              </a:ext>
            </a:extLst>
          </p:cNvPr>
          <p:cNvSpPr/>
          <p:nvPr/>
        </p:nvSpPr>
        <p:spPr>
          <a:xfrm>
            <a:off x="762000" y="4572000"/>
            <a:ext cx="10668000" cy="635000"/>
          </a:xfrm>
          <a:prstGeom prst="roundRect">
            <a:avLst/>
          </a:prstGeom>
          <a:solidFill>
            <a:srgbClr val="FFFFFF"/>
          </a:solidFill>
          <a:ln>
            <a:solidFill>
              <a:srgbClr val="EEEE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DF3ADE3-72D9-FADB-F4B1-CACDC91FC49B}"/>
              </a:ext>
            </a:extLst>
          </p:cNvPr>
          <p:cNvSpPr txBox="1"/>
          <p:nvPr/>
        </p:nvSpPr>
        <p:spPr>
          <a:xfrm>
            <a:off x="889000" y="4635500"/>
            <a:ext cx="10414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zh-CN">
                <a:solidFill>
                  <a:srgbClr val="2C3E50"/>
                </a:solidFill>
                <a:latin typeface="Microsoft YaHei" panose="020B0503020204020204" pitchFamily="34" charset="-122"/>
              </a:rPr>
              <a:t>I play basketball after school.</a:t>
            </a:r>
            <a:endParaRPr lang="zh-CN" altLang="en-US">
              <a:solidFill>
                <a:srgbClr val="2C3E5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5-Point Star 15"/>
          <p:cNvSpPr/>
          <p:nvPr/>
        </p:nvSpPr>
        <p:spPr>
          <a:xfrm rot="3360000">
            <a:off x="475915" y="1039824"/>
            <a:ext cx="200000" cy="200000"/>
          </a:xfrm>
          <a:prstGeom prst="star5">
            <a:avLst/>
          </a:prstGeom>
          <a:solidFill>
            <a:srgbClr val="81C784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5-Point Star 16"/>
          <p:cNvSpPr/>
          <p:nvPr/>
        </p:nvSpPr>
        <p:spPr>
          <a:xfrm rot="18720000">
            <a:off x="11834369" y="4254847"/>
            <a:ext cx="200000" cy="200000"/>
          </a:xfrm>
          <a:prstGeom prst="star5">
            <a:avLst/>
          </a:prstGeom>
          <a:solidFill>
            <a:srgbClr val="CE93D8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5-Point Star 17"/>
          <p:cNvSpPr/>
          <p:nvPr/>
        </p:nvSpPr>
        <p:spPr>
          <a:xfrm rot="4080000">
            <a:off x="324916" y="3175852"/>
            <a:ext cx="200000" cy="200000"/>
          </a:xfrm>
          <a:prstGeom prst="star5">
            <a:avLst/>
          </a:prstGeom>
          <a:solidFill>
            <a:srgbClr val="81C784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78998" y="5383180"/>
            <a:ext cx="111121" cy="111121"/>
          </a:xfrm>
          <a:prstGeom prst="ellipse">
            <a:avLst/>
          </a:prstGeom>
          <a:solidFill>
            <a:srgbClr val="FFCCBC">
              <a:alpha val="2913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62661" y="678064"/>
            <a:ext cx="141923" cy="141923"/>
          </a:xfrm>
          <a:prstGeom prst="ellipse">
            <a:avLst/>
          </a:prstGeom>
          <a:solidFill>
            <a:srgbClr val="B2EBF2">
              <a:alpha val="2874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29927" y="5133339"/>
            <a:ext cx="68174" cy="68174"/>
          </a:xfrm>
          <a:prstGeom prst="ellipse">
            <a:avLst/>
          </a:prstGeom>
          <a:solidFill>
            <a:srgbClr val="E1BEE7">
              <a:alpha val="1806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55848" y="5730891"/>
            <a:ext cx="102110" cy="102110"/>
          </a:xfrm>
          <a:prstGeom prst="ellipse">
            <a:avLst/>
          </a:prstGeom>
          <a:solidFill>
            <a:srgbClr val="B3E5FC">
              <a:alpha val="3099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344149" y="1044683"/>
            <a:ext cx="145606" cy="145606"/>
          </a:xfrm>
          <a:prstGeom prst="ellipse">
            <a:avLst/>
          </a:prstGeom>
          <a:solidFill>
            <a:srgbClr val="C8E6C9">
              <a:alpha val="2008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892528" y="989484"/>
            <a:ext cx="136891" cy="136891"/>
          </a:xfrm>
          <a:prstGeom prst="ellipse">
            <a:avLst/>
          </a:prstGeom>
          <a:solidFill>
            <a:srgbClr val="FFF9C4">
              <a:alpha val="3021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0022343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lin ang="3600000" scaled="1"/>
          <a:gsLst>
            <a:gs pos="0">
              <a:srgbClr val="FEF9E7"/>
            </a:gs>
            <a:gs pos="30000">
              <a:srgbClr val="FDEBD0"/>
            </a:gs>
            <a:gs pos="70000">
              <a:srgbClr val="D6EAF8"/>
            </a:gs>
            <a:gs pos="100000">
              <a:srgbClr val="E8DAEF"/>
            </a:gs>
          </a:gsLst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9E84B74-602F-F1ED-F531-A992AE764BF6}"/>
              </a:ext>
            </a:extLst>
          </p:cNvPr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1A3C6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BE26A39-0D85-28FF-F68C-55081896B7D6}"/>
              </a:ext>
            </a:extLst>
          </p:cNvPr>
          <p:cNvSpPr txBox="1"/>
          <p:nvPr/>
        </p:nvSpPr>
        <p:spPr>
          <a:xfrm>
            <a:off x="254000" y="127000"/>
            <a:ext cx="762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2800" b="1">
                <a:solidFill>
                  <a:srgbClr val="FFFFFF"/>
                </a:solidFill>
                <a:latin typeface="Microsoft YaHei" panose="020B0503020204020204" pitchFamily="34" charset="-122"/>
              </a:rPr>
              <a:t>📖 阅读：</a:t>
            </a:r>
            <a:r>
              <a:rPr lang="en-US" altLang="zh-CN" sz="2800" b="1">
                <a:solidFill>
                  <a:srgbClr val="FFFFFF"/>
                </a:solidFill>
                <a:latin typeface="Microsoft YaHei" panose="020B0503020204020204" pitchFamily="34" charset="-122"/>
              </a:rPr>
              <a:t>My Family</a:t>
            </a:r>
            <a:endParaRPr lang="zh-CN" altLang="en-US" sz="28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5801BBE9-294F-23D6-95F0-F449B6CE4E80}"/>
              </a:ext>
            </a:extLst>
          </p:cNvPr>
          <p:cNvSpPr/>
          <p:nvPr/>
        </p:nvSpPr>
        <p:spPr>
          <a:xfrm>
            <a:off x="508000" y="1143000"/>
            <a:ext cx="11176000" cy="4826000"/>
          </a:xfrm>
          <a:prstGeom prst="round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AB959B3-B46D-7672-3256-E724763B840E}"/>
              </a:ext>
            </a:extLst>
          </p:cNvPr>
          <p:cNvSpPr/>
          <p:nvPr/>
        </p:nvSpPr>
        <p:spPr>
          <a:xfrm>
            <a:off x="508000" y="1143000"/>
            <a:ext cx="11176000" cy="101600"/>
          </a:xfrm>
          <a:prstGeom prst="rect">
            <a:avLst/>
          </a:prstGeom>
          <a:solidFill>
            <a:srgbClr val="1A3C6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996CD7DE-77D0-D891-32A7-3DF530ED1363}"/>
              </a:ext>
            </a:extLst>
          </p:cNvPr>
          <p:cNvSpPr/>
          <p:nvPr/>
        </p:nvSpPr>
        <p:spPr>
          <a:xfrm>
            <a:off x="762000" y="1524000"/>
            <a:ext cx="10668000" cy="635000"/>
          </a:xfrm>
          <a:prstGeom prst="roundRect">
            <a:avLst/>
          </a:prstGeom>
          <a:solidFill>
            <a:srgbClr val="FFFFFF"/>
          </a:solidFill>
          <a:ln>
            <a:solidFill>
              <a:srgbClr val="EEEE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2CEC723-6059-0D97-5BB6-012EB7274E90}"/>
              </a:ext>
            </a:extLst>
          </p:cNvPr>
          <p:cNvSpPr txBox="1"/>
          <p:nvPr/>
        </p:nvSpPr>
        <p:spPr>
          <a:xfrm>
            <a:off x="889000" y="1587500"/>
            <a:ext cx="10414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zh-CN">
                <a:solidFill>
                  <a:srgbClr val="2C3E50"/>
                </a:solidFill>
                <a:latin typeface="Microsoft YaHei" panose="020B0503020204020204" pitchFamily="34" charset="-122"/>
              </a:rPr>
              <a:t>I have a happy family.</a:t>
            </a:r>
            <a:endParaRPr lang="zh-CN" altLang="en-US">
              <a:solidFill>
                <a:srgbClr val="2C3E5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53E6F5B6-E3C6-5266-31A6-C1EA51CE71A4}"/>
              </a:ext>
            </a:extLst>
          </p:cNvPr>
          <p:cNvSpPr/>
          <p:nvPr/>
        </p:nvSpPr>
        <p:spPr>
          <a:xfrm>
            <a:off x="762000" y="2286000"/>
            <a:ext cx="10668000" cy="635000"/>
          </a:xfrm>
          <a:prstGeom prst="roundRect">
            <a:avLst/>
          </a:prstGeom>
          <a:solidFill>
            <a:srgbClr val="FFFFFF"/>
          </a:solidFill>
          <a:ln>
            <a:solidFill>
              <a:srgbClr val="EEEE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27A1306-E1DE-30F7-6AEA-E1A6AAC2FE93}"/>
              </a:ext>
            </a:extLst>
          </p:cNvPr>
          <p:cNvSpPr txBox="1"/>
          <p:nvPr/>
        </p:nvSpPr>
        <p:spPr>
          <a:xfrm>
            <a:off x="889000" y="2349500"/>
            <a:ext cx="10414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zh-CN">
                <a:solidFill>
                  <a:srgbClr val="2C3E50"/>
                </a:solidFill>
                <a:latin typeface="Microsoft YaHei" panose="020B0503020204020204" pitchFamily="34" charset="-122"/>
              </a:rPr>
              <a:t>My father is a doctor.</a:t>
            </a:r>
            <a:endParaRPr lang="zh-CN" altLang="en-US">
              <a:solidFill>
                <a:srgbClr val="2C3E5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EE52E259-7F9E-0C96-CEB4-9C96BB40107F}"/>
              </a:ext>
            </a:extLst>
          </p:cNvPr>
          <p:cNvSpPr/>
          <p:nvPr/>
        </p:nvSpPr>
        <p:spPr>
          <a:xfrm>
            <a:off x="762000" y="3048000"/>
            <a:ext cx="10668000" cy="635000"/>
          </a:xfrm>
          <a:prstGeom prst="roundRect">
            <a:avLst/>
          </a:prstGeom>
          <a:solidFill>
            <a:srgbClr val="FFFFFF"/>
          </a:solidFill>
          <a:ln>
            <a:solidFill>
              <a:srgbClr val="EEEE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71DCB13-2FA6-926B-D547-22F6E76DD7AD}"/>
              </a:ext>
            </a:extLst>
          </p:cNvPr>
          <p:cNvSpPr txBox="1"/>
          <p:nvPr/>
        </p:nvSpPr>
        <p:spPr>
          <a:xfrm>
            <a:off x="889000" y="3111500"/>
            <a:ext cx="10414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zh-CN">
                <a:solidFill>
                  <a:srgbClr val="2C3E50"/>
                </a:solidFill>
                <a:latin typeface="Microsoft YaHei" panose="020B0503020204020204" pitchFamily="34" charset="-122"/>
              </a:rPr>
              <a:t>My mother is a teacher.</a:t>
            </a:r>
            <a:endParaRPr lang="zh-CN" altLang="en-US">
              <a:solidFill>
                <a:srgbClr val="2C3E5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C53CFDAE-7DF5-DD99-3233-2C8035B0F0E9}"/>
              </a:ext>
            </a:extLst>
          </p:cNvPr>
          <p:cNvSpPr/>
          <p:nvPr/>
        </p:nvSpPr>
        <p:spPr>
          <a:xfrm>
            <a:off x="762000" y="3810000"/>
            <a:ext cx="10668000" cy="635000"/>
          </a:xfrm>
          <a:prstGeom prst="roundRect">
            <a:avLst/>
          </a:prstGeom>
          <a:solidFill>
            <a:srgbClr val="FFFFFF"/>
          </a:solidFill>
          <a:ln>
            <a:solidFill>
              <a:srgbClr val="EEEE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59D1E76-A29D-6ADC-5BFF-69E2290A5ABA}"/>
              </a:ext>
            </a:extLst>
          </p:cNvPr>
          <p:cNvSpPr txBox="1"/>
          <p:nvPr/>
        </p:nvSpPr>
        <p:spPr>
          <a:xfrm>
            <a:off x="889000" y="3873500"/>
            <a:ext cx="10414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zh-CN">
                <a:solidFill>
                  <a:srgbClr val="2C3E50"/>
                </a:solidFill>
                <a:latin typeface="Microsoft YaHei" panose="020B0503020204020204" pitchFamily="34" charset="-122"/>
              </a:rPr>
              <a:t>My sister likes drawing.</a:t>
            </a:r>
            <a:endParaRPr lang="zh-CN" altLang="en-US">
              <a:solidFill>
                <a:srgbClr val="2C3E5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5-Point Star 13"/>
          <p:cNvSpPr/>
          <p:nvPr/>
        </p:nvSpPr>
        <p:spPr>
          <a:xfrm rot="9780000">
            <a:off x="11781862" y="2531711"/>
            <a:ext cx="200000" cy="200000"/>
          </a:xfrm>
          <a:prstGeom prst="star5">
            <a:avLst/>
          </a:prstGeom>
          <a:solidFill>
            <a:srgbClr val="FFD700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5-Point Star 14"/>
          <p:cNvSpPr/>
          <p:nvPr/>
        </p:nvSpPr>
        <p:spPr>
          <a:xfrm rot="5100000">
            <a:off x="11172503" y="399468"/>
            <a:ext cx="200000" cy="200000"/>
          </a:xfrm>
          <a:prstGeom prst="star5">
            <a:avLst/>
          </a:prstGeom>
          <a:solidFill>
            <a:srgbClr val="81C784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5-Point Star 15"/>
          <p:cNvSpPr/>
          <p:nvPr/>
        </p:nvSpPr>
        <p:spPr>
          <a:xfrm rot="720000">
            <a:off x="9415632" y="405397"/>
            <a:ext cx="200000" cy="200000"/>
          </a:xfrm>
          <a:prstGeom prst="star5">
            <a:avLst/>
          </a:prstGeom>
          <a:solidFill>
            <a:srgbClr val="FFD700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699287" y="6358605"/>
            <a:ext cx="122689" cy="122689"/>
          </a:xfrm>
          <a:prstGeom prst="ellipse">
            <a:avLst/>
          </a:prstGeom>
          <a:solidFill>
            <a:srgbClr val="FFE0B2">
              <a:alpha val="3139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794572" y="6497231"/>
            <a:ext cx="62340" cy="62340"/>
          </a:xfrm>
          <a:prstGeom prst="ellipse">
            <a:avLst/>
          </a:prstGeom>
          <a:solidFill>
            <a:srgbClr val="FFCDD2">
              <a:alpha val="250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08247" y="1137125"/>
            <a:ext cx="88992" cy="88992"/>
          </a:xfrm>
          <a:prstGeom prst="ellipse">
            <a:avLst/>
          </a:prstGeom>
          <a:solidFill>
            <a:srgbClr val="FFCCBC">
              <a:alpha val="2326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56202" y="1106180"/>
            <a:ext cx="132679" cy="132679"/>
          </a:xfrm>
          <a:prstGeom prst="ellipse">
            <a:avLst/>
          </a:prstGeom>
          <a:solidFill>
            <a:srgbClr val="E1BEE7">
              <a:alpha val="1600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4012" y="6548826"/>
            <a:ext cx="108038" cy="108038"/>
          </a:xfrm>
          <a:prstGeom prst="ellipse">
            <a:avLst/>
          </a:prstGeom>
          <a:solidFill>
            <a:srgbClr val="FFE0B2">
              <a:alpha val="1839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06889" y="4541873"/>
            <a:ext cx="117342" cy="117342"/>
          </a:xfrm>
          <a:prstGeom prst="ellipse">
            <a:avLst/>
          </a:prstGeom>
          <a:solidFill>
            <a:srgbClr val="FFCCBC">
              <a:alpha val="3473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50563523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lin ang="3600000" scaled="1"/>
          <a:gsLst>
            <a:gs pos="0">
              <a:srgbClr val="FEF9E7"/>
            </a:gs>
            <a:gs pos="30000">
              <a:srgbClr val="FDEBD0"/>
            </a:gs>
            <a:gs pos="70000">
              <a:srgbClr val="D6EAF8"/>
            </a:gs>
            <a:gs pos="100000">
              <a:srgbClr val="E8DAEF"/>
            </a:gs>
          </a:gsLst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6D227B5-0A5A-E519-B83F-471E582D9C48}"/>
              </a:ext>
            </a:extLst>
          </p:cNvPr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8E44A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8E321C2-4EDE-9640-068E-80D94FD36F10}"/>
              </a:ext>
            </a:extLst>
          </p:cNvPr>
          <p:cNvSpPr txBox="1"/>
          <p:nvPr/>
        </p:nvSpPr>
        <p:spPr>
          <a:xfrm>
            <a:off x="254000" y="127000"/>
            <a:ext cx="762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2800" b="1">
                <a:solidFill>
                  <a:srgbClr val="FFFFFF"/>
                </a:solidFill>
                <a:latin typeface="Microsoft YaHei" panose="020B0503020204020204" pitchFamily="34" charset="-122"/>
              </a:rPr>
              <a:t>✏️ 写作：</a:t>
            </a:r>
            <a:r>
              <a:rPr lang="en-US" altLang="zh-CN" sz="2800" b="1">
                <a:solidFill>
                  <a:srgbClr val="FFFFFF"/>
                </a:solidFill>
                <a:latin typeface="Microsoft YaHei" panose="020B0503020204020204" pitchFamily="34" charset="-122"/>
              </a:rPr>
              <a:t>My Friend</a:t>
            </a:r>
            <a:endParaRPr lang="zh-CN" altLang="en-US" sz="28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4F5B5161-C44D-8767-C1ED-6D7B161611E8}"/>
              </a:ext>
            </a:extLst>
          </p:cNvPr>
          <p:cNvSpPr/>
          <p:nvPr/>
        </p:nvSpPr>
        <p:spPr>
          <a:xfrm>
            <a:off x="381000" y="1016000"/>
            <a:ext cx="6985000" cy="4445000"/>
          </a:xfrm>
          <a:prstGeom prst="round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42600A3-29BA-D275-1A99-DF5F8F4E7ED6}"/>
              </a:ext>
            </a:extLst>
          </p:cNvPr>
          <p:cNvSpPr/>
          <p:nvPr/>
        </p:nvSpPr>
        <p:spPr>
          <a:xfrm>
            <a:off x="381000" y="1016000"/>
            <a:ext cx="6985000" cy="101600"/>
          </a:xfrm>
          <a:prstGeom prst="rect">
            <a:avLst/>
          </a:prstGeom>
          <a:solidFill>
            <a:srgbClr val="8E44A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1E1D1F0-2594-61D9-A34A-23BDF91AD56A}"/>
              </a:ext>
            </a:extLst>
          </p:cNvPr>
          <p:cNvSpPr txBox="1"/>
          <p:nvPr/>
        </p:nvSpPr>
        <p:spPr>
          <a:xfrm>
            <a:off x="635000" y="1270000"/>
            <a:ext cx="6477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zh-CN" sz="1600">
                <a:solidFill>
                  <a:srgbClr val="2C3E50"/>
                </a:solidFill>
                <a:latin typeface="Microsoft YaHei" panose="020B0503020204020204" pitchFamily="34" charset="-122"/>
              </a:rPr>
              <a:t>I have a good friend. His name is Li Ming.</a:t>
            </a:r>
            <a:endParaRPr lang="zh-CN" altLang="en-US" sz="1600">
              <a:solidFill>
                <a:srgbClr val="2C3E5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C34312D-507A-1CCB-794A-D5620C5ACF73}"/>
              </a:ext>
            </a:extLst>
          </p:cNvPr>
          <p:cNvSpPr txBox="1"/>
          <p:nvPr/>
        </p:nvSpPr>
        <p:spPr>
          <a:xfrm>
            <a:off x="635000" y="2032000"/>
            <a:ext cx="6477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zh-CN" sz="1600">
                <a:solidFill>
                  <a:srgbClr val="2C3E50"/>
                </a:solidFill>
                <a:latin typeface="Microsoft YaHei" panose="020B0503020204020204" pitchFamily="34" charset="-122"/>
              </a:rPr>
              <a:t>He is 12 years old. He is tall and kind.</a:t>
            </a:r>
            <a:endParaRPr lang="zh-CN" altLang="en-US" sz="1600">
              <a:solidFill>
                <a:srgbClr val="2C3E5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D566645-4E1B-3180-19D2-72E811CA28EF}"/>
              </a:ext>
            </a:extLst>
          </p:cNvPr>
          <p:cNvSpPr txBox="1"/>
          <p:nvPr/>
        </p:nvSpPr>
        <p:spPr>
          <a:xfrm>
            <a:off x="635000" y="2794000"/>
            <a:ext cx="6477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zh-CN" sz="1600">
                <a:solidFill>
                  <a:srgbClr val="2C3E50"/>
                </a:solidFill>
                <a:latin typeface="Microsoft YaHei" panose="020B0503020204020204" pitchFamily="34" charset="-122"/>
              </a:rPr>
              <a:t>He likes playing football.</a:t>
            </a:r>
            <a:endParaRPr lang="zh-CN" altLang="en-US" sz="1600">
              <a:solidFill>
                <a:srgbClr val="2C3E5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601F2A1-D671-47C2-20A6-08BD105261B6}"/>
              </a:ext>
            </a:extLst>
          </p:cNvPr>
          <p:cNvSpPr txBox="1"/>
          <p:nvPr/>
        </p:nvSpPr>
        <p:spPr>
          <a:xfrm>
            <a:off x="635000" y="3556000"/>
            <a:ext cx="6477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zh-CN" sz="1600">
                <a:solidFill>
                  <a:srgbClr val="2C3E50"/>
                </a:solidFill>
                <a:latin typeface="Microsoft YaHei" panose="020B0503020204020204" pitchFamily="34" charset="-122"/>
              </a:rPr>
              <a:t>We play together after school.</a:t>
            </a:r>
            <a:endParaRPr lang="zh-CN" altLang="en-US" sz="1600">
              <a:solidFill>
                <a:srgbClr val="2C3E5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10627CC-789A-E879-B254-381B9D557F33}"/>
              </a:ext>
            </a:extLst>
          </p:cNvPr>
          <p:cNvSpPr txBox="1"/>
          <p:nvPr/>
        </p:nvSpPr>
        <p:spPr>
          <a:xfrm>
            <a:off x="7620000" y="1206500"/>
            <a:ext cx="4191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仿写提示
</a:t>
            </a:r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- </a:t>
            </a:r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替换名字年龄
</a:t>
            </a:r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- </a:t>
            </a:r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替换爱好
</a:t>
            </a:r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I have a ...
He/She is ...</a:t>
            </a:r>
            <a:endParaRPr lang="zh-CN" altLang="en-US" sz="1400">
              <a:solidFill>
                <a:srgbClr val="7F8C8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5-Point Star 10"/>
          <p:cNvSpPr/>
          <p:nvPr/>
        </p:nvSpPr>
        <p:spPr>
          <a:xfrm rot="1080000">
            <a:off x="11798755" y="6458058"/>
            <a:ext cx="200000" cy="200000"/>
          </a:xfrm>
          <a:prstGeom prst="star5">
            <a:avLst/>
          </a:prstGeom>
          <a:solidFill>
            <a:srgbClr val="FF9F43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5-Point Star 11"/>
          <p:cNvSpPr/>
          <p:nvPr/>
        </p:nvSpPr>
        <p:spPr>
          <a:xfrm rot="15300000">
            <a:off x="8129708" y="491207"/>
            <a:ext cx="200000" cy="200000"/>
          </a:xfrm>
          <a:prstGeom prst="star5">
            <a:avLst/>
          </a:prstGeom>
          <a:solidFill>
            <a:srgbClr val="81C784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5-Point Star 12"/>
          <p:cNvSpPr/>
          <p:nvPr/>
        </p:nvSpPr>
        <p:spPr>
          <a:xfrm rot="16020000">
            <a:off x="420684" y="5671662"/>
            <a:ext cx="200000" cy="200000"/>
          </a:xfrm>
          <a:prstGeom prst="star5">
            <a:avLst/>
          </a:prstGeom>
          <a:solidFill>
            <a:srgbClr val="CE93D8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973506" y="5969540"/>
            <a:ext cx="90640" cy="90640"/>
          </a:xfrm>
          <a:prstGeom prst="ellipse">
            <a:avLst/>
          </a:prstGeom>
          <a:solidFill>
            <a:srgbClr val="B3E5FC">
              <a:alpha val="2386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621934" y="5610827"/>
            <a:ext cx="62279" cy="62279"/>
          </a:xfrm>
          <a:prstGeom prst="ellipse">
            <a:avLst/>
          </a:prstGeom>
          <a:solidFill>
            <a:srgbClr val="C8E6C9">
              <a:alpha val="2832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972626" y="5459852"/>
            <a:ext cx="128071" cy="128071"/>
          </a:xfrm>
          <a:prstGeom prst="ellipse">
            <a:avLst/>
          </a:prstGeom>
          <a:solidFill>
            <a:srgbClr val="B3E5FC">
              <a:alpha val="2851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286483" y="6287170"/>
            <a:ext cx="75475" cy="75475"/>
          </a:xfrm>
          <a:prstGeom prst="ellipse">
            <a:avLst/>
          </a:prstGeom>
          <a:solidFill>
            <a:srgbClr val="B2EBF2">
              <a:alpha val="2398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519948" y="3211009"/>
            <a:ext cx="124480" cy="124480"/>
          </a:xfrm>
          <a:prstGeom prst="ellipse">
            <a:avLst/>
          </a:prstGeom>
          <a:solidFill>
            <a:srgbClr val="C8E6C9">
              <a:alpha val="332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775887" y="6617519"/>
            <a:ext cx="124161" cy="124161"/>
          </a:xfrm>
          <a:prstGeom prst="ellipse">
            <a:avLst/>
          </a:prstGeom>
          <a:solidFill>
            <a:srgbClr val="FFE0B2">
              <a:alpha val="1835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90006189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lin ang="3600000" scaled="1"/>
          <a:gsLst>
            <a:gs pos="0">
              <a:srgbClr val="FEF9E7"/>
            </a:gs>
            <a:gs pos="30000">
              <a:srgbClr val="FDEBD0"/>
            </a:gs>
            <a:gs pos="70000">
              <a:srgbClr val="D6EAF8"/>
            </a:gs>
            <a:gs pos="100000">
              <a:srgbClr val="E8DAEF"/>
            </a:gs>
          </a:gsLst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588A3EC-49D9-3AC9-9122-8811EB623061}"/>
              </a:ext>
            </a:extLst>
          </p:cNvPr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8E44A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52C3704-51FA-6CD8-74B2-837D902ABA4F}"/>
              </a:ext>
            </a:extLst>
          </p:cNvPr>
          <p:cNvSpPr txBox="1"/>
          <p:nvPr/>
        </p:nvSpPr>
        <p:spPr>
          <a:xfrm>
            <a:off x="254000" y="127000"/>
            <a:ext cx="762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2800" b="1">
                <a:solidFill>
                  <a:srgbClr val="FFFFFF"/>
                </a:solidFill>
                <a:latin typeface="Microsoft YaHei" panose="020B0503020204020204" pitchFamily="34" charset="-122"/>
              </a:rPr>
              <a:t>✏️ 写作：</a:t>
            </a:r>
            <a:r>
              <a:rPr lang="en-US" altLang="zh-CN" sz="2800" b="1">
                <a:solidFill>
                  <a:srgbClr val="FFFFFF"/>
                </a:solidFill>
                <a:latin typeface="Microsoft YaHei" panose="020B0503020204020204" pitchFamily="34" charset="-122"/>
              </a:rPr>
              <a:t>My School Day</a:t>
            </a:r>
            <a:endParaRPr lang="zh-CN" altLang="en-US" sz="28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555FC4F0-2334-0C03-B41F-34432493C2C3}"/>
              </a:ext>
            </a:extLst>
          </p:cNvPr>
          <p:cNvSpPr/>
          <p:nvPr/>
        </p:nvSpPr>
        <p:spPr>
          <a:xfrm>
            <a:off x="381000" y="1016000"/>
            <a:ext cx="6985000" cy="4445000"/>
          </a:xfrm>
          <a:prstGeom prst="round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4AB1F21-F1F7-756F-9CD5-2F90A078AF01}"/>
              </a:ext>
            </a:extLst>
          </p:cNvPr>
          <p:cNvSpPr/>
          <p:nvPr/>
        </p:nvSpPr>
        <p:spPr>
          <a:xfrm>
            <a:off x="381000" y="1016000"/>
            <a:ext cx="6985000" cy="101600"/>
          </a:xfrm>
          <a:prstGeom prst="rect">
            <a:avLst/>
          </a:prstGeom>
          <a:solidFill>
            <a:srgbClr val="8E44A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C82F77D-825A-28F1-C02D-B33A3CF556F4}"/>
              </a:ext>
            </a:extLst>
          </p:cNvPr>
          <p:cNvSpPr txBox="1"/>
          <p:nvPr/>
        </p:nvSpPr>
        <p:spPr>
          <a:xfrm>
            <a:off x="635000" y="1270000"/>
            <a:ext cx="6477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zh-CN" sz="1600">
                <a:solidFill>
                  <a:srgbClr val="2C3E50"/>
                </a:solidFill>
                <a:latin typeface="Microsoft YaHei" panose="020B0503020204020204" pitchFamily="34" charset="-122"/>
              </a:rPr>
              <a:t>I go to school from Monday to Friday.</a:t>
            </a:r>
            <a:endParaRPr lang="zh-CN" altLang="en-US" sz="1600">
              <a:solidFill>
                <a:srgbClr val="2C3E5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3B563DE-B952-25BF-4AD6-DD0CED73FF0C}"/>
              </a:ext>
            </a:extLst>
          </p:cNvPr>
          <p:cNvSpPr txBox="1"/>
          <p:nvPr/>
        </p:nvSpPr>
        <p:spPr>
          <a:xfrm>
            <a:off x="635000" y="2032000"/>
            <a:ext cx="6477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zh-CN" sz="1600">
                <a:solidFill>
                  <a:srgbClr val="2C3E50"/>
                </a:solidFill>
                <a:latin typeface="Microsoft YaHei" panose="020B0503020204020204" pitchFamily="34" charset="-122"/>
              </a:rPr>
              <a:t>I have 6 classes every day.</a:t>
            </a:r>
            <a:endParaRPr lang="zh-CN" altLang="en-US" sz="1600">
              <a:solidFill>
                <a:srgbClr val="2C3E5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F6CB2A2-DD7A-922F-0FDB-C5A57C123D14}"/>
              </a:ext>
            </a:extLst>
          </p:cNvPr>
          <p:cNvSpPr txBox="1"/>
          <p:nvPr/>
        </p:nvSpPr>
        <p:spPr>
          <a:xfrm>
            <a:off x="635000" y="2794000"/>
            <a:ext cx="6477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zh-CN" sz="1600">
                <a:solidFill>
                  <a:srgbClr val="2C3E50"/>
                </a:solidFill>
                <a:latin typeface="Microsoft YaHei" panose="020B0503020204020204" pitchFamily="34" charset="-122"/>
              </a:rPr>
              <a:t>My favourite subject is English.</a:t>
            </a:r>
            <a:endParaRPr lang="zh-CN" altLang="en-US" sz="1600">
              <a:solidFill>
                <a:srgbClr val="2C3E5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28FDFFF-3CF5-0803-2C3D-5EBA0B0CAD32}"/>
              </a:ext>
            </a:extLst>
          </p:cNvPr>
          <p:cNvSpPr txBox="1"/>
          <p:nvPr/>
        </p:nvSpPr>
        <p:spPr>
          <a:xfrm>
            <a:off x="635000" y="3556000"/>
            <a:ext cx="6477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zh-CN" sz="1600">
                <a:solidFill>
                  <a:srgbClr val="2C3E50"/>
                </a:solidFill>
                <a:latin typeface="Microsoft YaHei" panose="020B0503020204020204" pitchFamily="34" charset="-122"/>
              </a:rPr>
              <a:t>I like my teachers very much.</a:t>
            </a:r>
            <a:endParaRPr lang="zh-CN" altLang="en-US" sz="1600">
              <a:solidFill>
                <a:srgbClr val="2C3E5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799D074-039B-EC23-3D05-1087FD85A6F2}"/>
              </a:ext>
            </a:extLst>
          </p:cNvPr>
          <p:cNvSpPr txBox="1"/>
          <p:nvPr/>
        </p:nvSpPr>
        <p:spPr>
          <a:xfrm>
            <a:off x="7620000" y="1206500"/>
            <a:ext cx="4191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仿写提示
</a:t>
            </a:r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- </a:t>
            </a:r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替换科目
</a:t>
            </a:r>
            <a:r>
              <a:rPr lang="en-US" altLang="zh-CN" sz="1400">
                <a:solidFill>
                  <a:srgbClr val="7F8C8D"/>
                </a:solidFill>
                <a:latin typeface="Microsoft YaHei" panose="020B0503020204020204" pitchFamily="34" charset="-122"/>
              </a:rPr>
              <a:t>- </a:t>
            </a:r>
            <a:r>
              <a:rPr lang="zh-CN" altLang="en-US" sz="1400">
                <a:solidFill>
                  <a:srgbClr val="7F8C8D"/>
                </a:solidFill>
                <a:latin typeface="Microsoft YaHei" panose="020B0503020204020204" pitchFamily="34" charset="-122"/>
              </a:rPr>
              <a:t>替换活动</a:t>
            </a:r>
          </a:p>
        </p:txBody>
      </p:sp>
      <p:sp>
        <p:nvSpPr>
          <p:cNvPr id="11" name="5-Point Star 10"/>
          <p:cNvSpPr/>
          <p:nvPr/>
        </p:nvSpPr>
        <p:spPr>
          <a:xfrm rot="5940000">
            <a:off x="360607" y="5739262"/>
            <a:ext cx="200000" cy="200000"/>
          </a:xfrm>
          <a:prstGeom prst="star5">
            <a:avLst/>
          </a:prstGeom>
          <a:solidFill>
            <a:srgbClr val="CE93D8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5-Point Star 11"/>
          <p:cNvSpPr/>
          <p:nvPr/>
        </p:nvSpPr>
        <p:spPr>
          <a:xfrm rot="3120000">
            <a:off x="10090308" y="329962"/>
            <a:ext cx="200000" cy="200000"/>
          </a:xfrm>
          <a:prstGeom prst="star5">
            <a:avLst/>
          </a:prstGeom>
          <a:solidFill>
            <a:srgbClr val="FF9F43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5-Point Star 12"/>
          <p:cNvSpPr/>
          <p:nvPr/>
        </p:nvSpPr>
        <p:spPr>
          <a:xfrm rot="17520000">
            <a:off x="11769417" y="338387"/>
            <a:ext cx="200000" cy="200000"/>
          </a:xfrm>
          <a:prstGeom prst="star5">
            <a:avLst/>
          </a:prstGeom>
          <a:solidFill>
            <a:srgbClr val="FF6B6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410525" y="5005070"/>
            <a:ext cx="100118" cy="100118"/>
          </a:xfrm>
          <a:prstGeom prst="ellipse">
            <a:avLst/>
          </a:prstGeom>
          <a:solidFill>
            <a:srgbClr val="FFE0B2">
              <a:alpha val="1817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283108" y="6530607"/>
            <a:ext cx="94112" cy="94112"/>
          </a:xfrm>
          <a:prstGeom prst="ellipse">
            <a:avLst/>
          </a:prstGeom>
          <a:solidFill>
            <a:srgbClr val="B2EBF2">
              <a:alpha val="3330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463193" y="4383507"/>
            <a:ext cx="103442" cy="103442"/>
          </a:xfrm>
          <a:prstGeom prst="ellipse">
            <a:avLst/>
          </a:prstGeom>
          <a:solidFill>
            <a:srgbClr val="E1BEE7">
              <a:alpha val="2549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412470" y="6198759"/>
            <a:ext cx="70670" cy="70670"/>
          </a:xfrm>
          <a:prstGeom prst="ellipse">
            <a:avLst/>
          </a:prstGeom>
          <a:solidFill>
            <a:srgbClr val="FFCCBC">
              <a:alpha val="2615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73221" y="5168028"/>
            <a:ext cx="64557" cy="64557"/>
          </a:xfrm>
          <a:prstGeom prst="ellipse">
            <a:avLst/>
          </a:prstGeom>
          <a:solidFill>
            <a:srgbClr val="E1BEE7">
              <a:alpha val="1865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20095" y="6481891"/>
            <a:ext cx="129672" cy="129672"/>
          </a:xfrm>
          <a:prstGeom prst="ellipse">
            <a:avLst/>
          </a:prstGeom>
          <a:solidFill>
            <a:srgbClr val="FFCCBC">
              <a:alpha val="2622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80680680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lin ang="3600000" scaled="1"/>
          <a:gsLst>
            <a:gs pos="0">
              <a:srgbClr val="FEF9E7"/>
            </a:gs>
            <a:gs pos="30000">
              <a:srgbClr val="FDEBD0"/>
            </a:gs>
            <a:gs pos="70000">
              <a:srgbClr val="D6EAF8"/>
            </a:gs>
            <a:gs pos="100000">
              <a:srgbClr val="E8DAEF"/>
            </a:gs>
          </a:gsLst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F408178-CDEA-97CD-FC07-834148420F4C}"/>
              </a:ext>
            </a:extLst>
          </p:cNvPr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8E44A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900EF45-FDCB-D0DD-F29A-6A15F96B0F8A}"/>
              </a:ext>
            </a:extLst>
          </p:cNvPr>
          <p:cNvSpPr txBox="1"/>
          <p:nvPr/>
        </p:nvSpPr>
        <p:spPr>
          <a:xfrm>
            <a:off x="254000" y="127000"/>
            <a:ext cx="762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2800" b="1">
                <a:solidFill>
                  <a:srgbClr val="FFFFFF"/>
                </a:solidFill>
                <a:latin typeface="Microsoft YaHei" panose="020B0503020204020204" pitchFamily="34" charset="-122"/>
              </a:rPr>
              <a:t>🎮 配套工具 </a:t>
            </a:r>
            <a:r>
              <a:rPr lang="en-US" altLang="zh-CN" sz="2800" b="1">
                <a:solidFill>
                  <a:srgbClr val="FFFFFF"/>
                </a:solidFill>
                <a:latin typeface="Microsoft YaHei" panose="020B0503020204020204" pitchFamily="34" charset="-122"/>
              </a:rPr>
              <a:t>— interactive_tools.html </a:t>
            </a:r>
            <a:r>
              <a:rPr lang="zh-CN" altLang="en-US" sz="2800" b="1">
                <a:solidFill>
                  <a:srgbClr val="FFFFFF"/>
                </a:solidFill>
                <a:latin typeface="Microsoft YaHei" panose="020B0503020204020204" pitchFamily="34" charset="-122"/>
              </a:rPr>
              <a:t>浏览器跟读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FEB78CB8-B7BD-54D8-605A-18AAF781A8C1}"/>
              </a:ext>
            </a:extLst>
          </p:cNvPr>
          <p:cNvSpPr/>
          <p:nvPr/>
        </p:nvSpPr>
        <p:spPr>
          <a:xfrm>
            <a:off x="254000" y="1079500"/>
            <a:ext cx="2667000" cy="1905000"/>
          </a:xfrm>
          <a:prstGeom prst="roundRect">
            <a:avLst/>
          </a:prstGeom>
          <a:solidFill>
            <a:srgbClr val="2D6BA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DFA3D1D-9FC2-D9B5-F1A7-B00F0EB45F0B}"/>
              </a:ext>
            </a:extLst>
          </p:cNvPr>
          <p:cNvSpPr txBox="1"/>
          <p:nvPr/>
        </p:nvSpPr>
        <p:spPr>
          <a:xfrm>
            <a:off x="254000" y="1206500"/>
            <a:ext cx="2667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zh-CN" altLang="en-US" b="1">
                <a:solidFill>
                  <a:srgbClr val="FFFFFF"/>
                </a:solidFill>
                <a:latin typeface="Microsoft YaHei" panose="020B0503020204020204" pitchFamily="34" charset="-122"/>
              </a:rPr>
              <a:t>🔊 音标跟读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2978E76-5452-B5A6-882C-3E09CD0C5E89}"/>
              </a:ext>
            </a:extLst>
          </p:cNvPr>
          <p:cNvSpPr txBox="1"/>
          <p:nvPr/>
        </p:nvSpPr>
        <p:spPr>
          <a:xfrm>
            <a:off x="381000" y="1778000"/>
            <a:ext cx="241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</a:rPr>
              <a:t/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E949F4D8-2E1D-1FCE-4BFB-E94DD4447E9E}"/>
              </a:ext>
            </a:extLst>
          </p:cNvPr>
          <p:cNvSpPr/>
          <p:nvPr/>
        </p:nvSpPr>
        <p:spPr>
          <a:xfrm>
            <a:off x="3175000" y="1079500"/>
            <a:ext cx="2667000" cy="1905000"/>
          </a:xfrm>
          <a:prstGeom prst="round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8500D22-FE1A-0E7E-8441-C79144B28513}"/>
              </a:ext>
            </a:extLst>
          </p:cNvPr>
          <p:cNvSpPr txBox="1"/>
          <p:nvPr/>
        </p:nvSpPr>
        <p:spPr>
          <a:xfrm>
            <a:off x="3175000" y="1206500"/>
            <a:ext cx="2667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zh-CN" altLang="en-US" b="1">
                <a:solidFill>
                  <a:srgbClr val="FFFFFF"/>
                </a:solidFill>
                <a:latin typeface="Microsoft YaHei" panose="020B0503020204020204" pitchFamily="34" charset="-122"/>
              </a:rPr>
              <a:t>🔤 字母学习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1FA2937-2428-54AA-42EA-CAF65C8D0238}"/>
              </a:ext>
            </a:extLst>
          </p:cNvPr>
          <p:cNvSpPr txBox="1"/>
          <p:nvPr/>
        </p:nvSpPr>
        <p:spPr>
          <a:xfrm>
            <a:off x="3302000" y="1778000"/>
            <a:ext cx="241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</a:rPr>
              <a:t/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4CF56128-8101-AA8A-B1A0-4DA498D30B98}"/>
              </a:ext>
            </a:extLst>
          </p:cNvPr>
          <p:cNvSpPr/>
          <p:nvPr/>
        </p:nvSpPr>
        <p:spPr>
          <a:xfrm>
            <a:off x="6096000" y="1079500"/>
            <a:ext cx="2667000" cy="1905000"/>
          </a:xfrm>
          <a:prstGeom prst="roundRect">
            <a:avLst/>
          </a:prstGeom>
          <a:solidFill>
            <a:srgbClr val="E67E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D97D0ED-9FFB-2ABC-31ED-7B6C7D7D056F}"/>
              </a:ext>
            </a:extLst>
          </p:cNvPr>
          <p:cNvSpPr txBox="1"/>
          <p:nvPr/>
        </p:nvSpPr>
        <p:spPr>
          <a:xfrm>
            <a:off x="6096000" y="1206500"/>
            <a:ext cx="2667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zh-CN" altLang="en-US" b="1">
                <a:solidFill>
                  <a:srgbClr val="FFFFFF"/>
                </a:solidFill>
                <a:latin typeface="Microsoft YaHei" panose="020B0503020204020204" pitchFamily="34" charset="-122"/>
              </a:rPr>
              <a:t>📚 单词闪卡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68C702E-FF95-3DAB-F9D0-A624F72737C1}"/>
              </a:ext>
            </a:extLst>
          </p:cNvPr>
          <p:cNvSpPr txBox="1"/>
          <p:nvPr/>
        </p:nvSpPr>
        <p:spPr>
          <a:xfrm>
            <a:off x="6223000" y="1778000"/>
            <a:ext cx="241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</a:rPr>
              <a:t/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8B827421-BDB9-90DC-D5BA-2256C11F9679}"/>
              </a:ext>
            </a:extLst>
          </p:cNvPr>
          <p:cNvSpPr/>
          <p:nvPr/>
        </p:nvSpPr>
        <p:spPr>
          <a:xfrm>
            <a:off x="9017000" y="1079500"/>
            <a:ext cx="2667000" cy="1905000"/>
          </a:xfrm>
          <a:prstGeom prst="roundRect">
            <a:avLst/>
          </a:prstGeom>
          <a:solidFill>
            <a:srgbClr val="8E44A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D910FB1-E1AB-C414-9FFC-5E2DA62A80AC}"/>
              </a:ext>
            </a:extLst>
          </p:cNvPr>
          <p:cNvSpPr txBox="1"/>
          <p:nvPr/>
        </p:nvSpPr>
        <p:spPr>
          <a:xfrm>
            <a:off x="9017000" y="1206500"/>
            <a:ext cx="2667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zh-CN" altLang="en-US" b="1">
                <a:solidFill>
                  <a:srgbClr val="FFFFFF"/>
                </a:solidFill>
                <a:latin typeface="Microsoft YaHei" panose="020B0503020204020204" pitchFamily="34" charset="-122"/>
              </a:rPr>
              <a:t>💬 句型跟读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C3867DA-D561-2226-A568-A1E7814BEBD7}"/>
              </a:ext>
            </a:extLst>
          </p:cNvPr>
          <p:cNvSpPr txBox="1"/>
          <p:nvPr/>
        </p:nvSpPr>
        <p:spPr>
          <a:xfrm>
            <a:off x="9144000" y="1778000"/>
            <a:ext cx="241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</a:rPr>
              <a:t/>
            </a:r>
          </a:p>
        </p:txBody>
      </p:sp>
      <p:sp>
        <p:nvSpPr>
          <p:cNvPr id="16" name="5-Point Star 15"/>
          <p:cNvSpPr/>
          <p:nvPr/>
        </p:nvSpPr>
        <p:spPr>
          <a:xfrm rot="3360000">
            <a:off x="4096623" y="6314166"/>
            <a:ext cx="200000" cy="200000"/>
          </a:xfrm>
          <a:prstGeom prst="star5">
            <a:avLst/>
          </a:prstGeom>
          <a:solidFill>
            <a:srgbClr val="FF6B6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5-Point Star 16"/>
          <p:cNvSpPr/>
          <p:nvPr/>
        </p:nvSpPr>
        <p:spPr>
          <a:xfrm rot="15660000">
            <a:off x="11746744" y="2440964"/>
            <a:ext cx="200000" cy="200000"/>
          </a:xfrm>
          <a:prstGeom prst="star5">
            <a:avLst/>
          </a:prstGeom>
          <a:solidFill>
            <a:srgbClr val="CE93D8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5-Point Star 17"/>
          <p:cNvSpPr/>
          <p:nvPr/>
        </p:nvSpPr>
        <p:spPr>
          <a:xfrm rot="8040000">
            <a:off x="11849881" y="2309747"/>
            <a:ext cx="200000" cy="200000"/>
          </a:xfrm>
          <a:prstGeom prst="star5">
            <a:avLst/>
          </a:prstGeom>
          <a:solidFill>
            <a:srgbClr val="4FC3F7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330286" y="4198380"/>
            <a:ext cx="63855" cy="63855"/>
          </a:xfrm>
          <a:prstGeom prst="ellipse">
            <a:avLst/>
          </a:prstGeom>
          <a:solidFill>
            <a:srgbClr val="E1BEE7">
              <a:alpha val="2148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713693" y="6645827"/>
            <a:ext cx="143167" cy="143167"/>
          </a:xfrm>
          <a:prstGeom prst="ellipse">
            <a:avLst/>
          </a:prstGeom>
          <a:solidFill>
            <a:srgbClr val="FFE0B2">
              <a:alpha val="1519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386866" y="3096395"/>
            <a:ext cx="139577" cy="139577"/>
          </a:xfrm>
          <a:prstGeom prst="ellipse">
            <a:avLst/>
          </a:prstGeom>
          <a:solidFill>
            <a:srgbClr val="B3E5FC">
              <a:alpha val="2441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713710" y="4980019"/>
            <a:ext cx="83397" cy="83397"/>
          </a:xfrm>
          <a:prstGeom prst="ellipse">
            <a:avLst/>
          </a:prstGeom>
          <a:solidFill>
            <a:srgbClr val="FFE0B2">
              <a:alpha val="3481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928220" y="1841645"/>
            <a:ext cx="132054" cy="132054"/>
          </a:xfrm>
          <a:prstGeom prst="ellipse">
            <a:avLst/>
          </a:prstGeom>
          <a:solidFill>
            <a:srgbClr val="C8E6C9">
              <a:alpha val="1912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17113" y="2279876"/>
            <a:ext cx="103529" cy="103529"/>
          </a:xfrm>
          <a:prstGeom prst="ellipse">
            <a:avLst/>
          </a:prstGeom>
          <a:solidFill>
            <a:srgbClr val="B2EBF2">
              <a:alpha val="2404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6618327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lin ang="2700000" scaled="1"/>
          <a:gsLst>
            <a:gs pos="0">
              <a:srgbClr val="E8F5E9"/>
            </a:gs>
            <a:gs pos="50000">
              <a:srgbClr val="C8E6C9"/>
            </a:gs>
            <a:gs pos="100000">
              <a:srgbClr val="A5D6A7"/>
            </a:gs>
          </a:gsLst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D35D60F0-77D1-106A-4D26-69A90363A185}"/>
              </a:ext>
            </a:extLst>
          </p:cNvPr>
          <p:cNvSpPr/>
          <p:nvPr/>
        </p:nvSpPr>
        <p:spPr>
          <a:xfrm>
            <a:off x="1524000" y="762000"/>
            <a:ext cx="1905000" cy="1905000"/>
          </a:xfrm>
          <a:prstGeom prst="ellipse">
            <a:avLst/>
          </a:prstGeom>
          <a:solidFill>
            <a:srgbClr val="1A4C7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6BCB9A04-0D27-21A2-14F8-3D3508DCC474}"/>
              </a:ext>
            </a:extLst>
          </p:cNvPr>
          <p:cNvSpPr/>
          <p:nvPr/>
        </p:nvSpPr>
        <p:spPr>
          <a:xfrm>
            <a:off x="1270000" y="508000"/>
            <a:ext cx="2286000" cy="2286000"/>
          </a:xfrm>
          <a:prstGeom prst="ellipse">
            <a:avLst/>
          </a:prstGeom>
          <a:solidFill>
            <a:srgbClr val="1A5C8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五边形 3">
            <a:extLst>
              <a:ext uri="{FF2B5EF4-FFF2-40B4-BE49-F238E27FC236}">
                <a16:creationId xmlns:a16="http://schemas.microsoft.com/office/drawing/2014/main" id="{3107FF47-7FA8-7A35-28E2-AACFAF49F22A}"/>
              </a:ext>
            </a:extLst>
          </p:cNvPr>
          <p:cNvSpPr/>
          <p:nvPr/>
        </p:nvSpPr>
        <p:spPr>
          <a:xfrm>
            <a:off x="9144000" y="889000"/>
            <a:ext cx="762000" cy="762000"/>
          </a:xfrm>
          <a:prstGeom prst="pentagon">
            <a:avLst/>
          </a:prstGeom>
          <a:solidFill>
            <a:srgbClr val="FFD7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90592D6-4F08-D901-8A54-B206269A60BB}"/>
              </a:ext>
            </a:extLst>
          </p:cNvPr>
          <p:cNvSpPr txBox="1"/>
          <p:nvPr/>
        </p:nvSpPr>
        <p:spPr>
          <a:xfrm>
            <a:off x="762000" y="2540000"/>
            <a:ext cx="1016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zh-CN" altLang="en-US" sz="3600">
                <a:solidFill>
                  <a:srgbClr val="5B9BD5"/>
                </a:solidFill>
                <a:latin typeface="Microsoft YaHei" panose="020B0503020204020204" pitchFamily="34" charset="-122"/>
              </a:rPr>
              <a:t>让我们一起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18F5248-0446-053C-22BD-C4B7C6DD50DC}"/>
              </a:ext>
            </a:extLst>
          </p:cNvPr>
          <p:cNvSpPr txBox="1"/>
          <p:nvPr/>
        </p:nvSpPr>
        <p:spPr>
          <a:xfrm>
            <a:off x="762000" y="3429000"/>
            <a:ext cx="1016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zh-CN" altLang="en-US" sz="4400" b="1">
                <a:solidFill>
                  <a:srgbClr val="FFFFFF"/>
                </a:solidFill>
                <a:latin typeface="Microsoft YaHei" panose="020B0503020204020204" pitchFamily="34" charset="-122"/>
              </a:rPr>
              <a:t>帮孩子爱上英语，自信走进初一！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1AD58C9-FEDB-4BB5-6120-EDF8CE33BF09}"/>
              </a:ext>
            </a:extLst>
          </p:cNvPr>
          <p:cNvSpPr txBox="1"/>
          <p:nvPr/>
        </p:nvSpPr>
        <p:spPr>
          <a:xfrm>
            <a:off x="762000" y="5080000"/>
            <a:ext cx="1016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zh-CN" altLang="en-US" sz="2200">
                <a:solidFill>
                  <a:srgbClr val="5B9BD5"/>
                </a:solidFill>
                <a:latin typeface="Microsoft YaHei" panose="020B0503020204020204" pitchFamily="34" charset="-122"/>
              </a:rPr>
              <a:t>❤️ 用心陪伴  </a:t>
            </a:r>
            <a:r>
              <a:rPr lang="en-US" altLang="zh-CN" sz="2200">
                <a:solidFill>
                  <a:srgbClr val="5B9BD5"/>
                </a:solidFill>
                <a:latin typeface="Microsoft YaHei" panose="020B0503020204020204" pitchFamily="34" charset="-122"/>
              </a:rPr>
              <a:t>·  </a:t>
            </a:r>
            <a:r>
              <a:rPr lang="zh-CN" altLang="en-US" sz="2200">
                <a:solidFill>
                  <a:srgbClr val="5B9BD5"/>
                </a:solidFill>
                <a:latin typeface="Microsoft YaHei" panose="020B0503020204020204" pitchFamily="34" charset="-122"/>
              </a:rPr>
              <a:t>🌸 静待花开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06453F6-C0B8-FA34-14AD-B8BE51974C3A}"/>
              </a:ext>
            </a:extLst>
          </p:cNvPr>
          <p:cNvSpPr/>
          <p:nvPr/>
        </p:nvSpPr>
        <p:spPr>
          <a:xfrm>
            <a:off x="0" y="6667500"/>
            <a:ext cx="12192000" cy="190500"/>
          </a:xfrm>
          <a:prstGeom prst="rect">
            <a:avLst/>
          </a:prstGeom>
          <a:solidFill>
            <a:srgbClr val="5B9BD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5-Point Star 8"/>
          <p:cNvSpPr/>
          <p:nvPr/>
        </p:nvSpPr>
        <p:spPr>
          <a:xfrm rot="1740000">
            <a:off x="11441271" y="419432"/>
            <a:ext cx="200000" cy="200000"/>
          </a:xfrm>
          <a:prstGeom prst="star5">
            <a:avLst/>
          </a:prstGeom>
          <a:solidFill>
            <a:srgbClr val="FF6B6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5-Point Star 9"/>
          <p:cNvSpPr/>
          <p:nvPr/>
        </p:nvSpPr>
        <p:spPr>
          <a:xfrm rot="15240000">
            <a:off x="349283" y="2287557"/>
            <a:ext cx="200000" cy="200000"/>
          </a:xfrm>
          <a:prstGeom prst="star5">
            <a:avLst/>
          </a:prstGeom>
          <a:solidFill>
            <a:srgbClr val="4FC3F7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5-Point Star 10"/>
          <p:cNvSpPr/>
          <p:nvPr/>
        </p:nvSpPr>
        <p:spPr>
          <a:xfrm rot="12300000">
            <a:off x="11891725" y="3918369"/>
            <a:ext cx="200000" cy="200000"/>
          </a:xfrm>
          <a:prstGeom prst="star5">
            <a:avLst/>
          </a:prstGeom>
          <a:solidFill>
            <a:srgbClr val="4FC3F7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5-Point Star 11"/>
          <p:cNvSpPr/>
          <p:nvPr/>
        </p:nvSpPr>
        <p:spPr>
          <a:xfrm rot="10800000">
            <a:off x="10602457" y="6388810"/>
            <a:ext cx="200000" cy="200000"/>
          </a:xfrm>
          <a:prstGeom prst="star5">
            <a:avLst/>
          </a:prstGeom>
          <a:solidFill>
            <a:srgbClr val="81C784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5-Point Star 12"/>
          <p:cNvSpPr/>
          <p:nvPr/>
        </p:nvSpPr>
        <p:spPr>
          <a:xfrm rot="16140000">
            <a:off x="1911128" y="6500100"/>
            <a:ext cx="200000" cy="200000"/>
          </a:xfrm>
          <a:prstGeom prst="star5">
            <a:avLst/>
          </a:prstGeom>
          <a:solidFill>
            <a:srgbClr val="CE93D8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432174" y="2899059"/>
            <a:ext cx="82365" cy="82365"/>
          </a:xfrm>
          <a:prstGeom prst="ellipse">
            <a:avLst/>
          </a:prstGeom>
          <a:solidFill>
            <a:srgbClr val="B2EBF2">
              <a:alpha val="1955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463221" y="4667982"/>
            <a:ext cx="112419" cy="112419"/>
          </a:xfrm>
          <a:prstGeom prst="ellipse">
            <a:avLst/>
          </a:prstGeom>
          <a:solidFill>
            <a:srgbClr val="B3E5FC">
              <a:alpha val="1514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536338" y="1926647"/>
            <a:ext cx="74523" cy="74523"/>
          </a:xfrm>
          <a:prstGeom prst="ellipse">
            <a:avLst/>
          </a:prstGeom>
          <a:solidFill>
            <a:srgbClr val="B3E5FC">
              <a:alpha val="3235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682350" y="502836"/>
            <a:ext cx="102048" cy="102048"/>
          </a:xfrm>
          <a:prstGeom prst="ellipse">
            <a:avLst/>
          </a:prstGeom>
          <a:solidFill>
            <a:srgbClr val="FFF9C4">
              <a:alpha val="3379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231759" y="334121"/>
            <a:ext cx="128582" cy="128582"/>
          </a:xfrm>
          <a:prstGeom prst="ellipse">
            <a:avLst/>
          </a:prstGeom>
          <a:solidFill>
            <a:srgbClr val="B2EBF2">
              <a:alpha val="2340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10491" y="1224956"/>
            <a:ext cx="143257" cy="143257"/>
          </a:xfrm>
          <a:prstGeom prst="ellipse">
            <a:avLst/>
          </a:prstGeom>
          <a:solidFill>
            <a:srgbClr val="E1BEE7">
              <a:alpha val="3439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104188" y="473540"/>
            <a:ext cx="138769" cy="138769"/>
          </a:xfrm>
          <a:prstGeom prst="ellipse">
            <a:avLst/>
          </a:prstGeom>
          <a:solidFill>
            <a:srgbClr val="FFCCBC">
              <a:alpha val="2386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765378" y="2972515"/>
            <a:ext cx="116558" cy="116558"/>
          </a:xfrm>
          <a:prstGeom prst="ellipse">
            <a:avLst/>
          </a:prstGeom>
          <a:solidFill>
            <a:srgbClr val="FFE0B2">
              <a:alpha val="2846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8513881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1828</Words>
  <Application>Microsoft Office PowerPoint</Application>
  <PresentationFormat>宽屏</PresentationFormat>
  <Paragraphs>588</Paragraphs>
  <Slides>47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47</vt:i4>
      </vt:variant>
    </vt:vector>
  </HeadingPairs>
  <TitlesOfParts>
    <vt:vector size="52" baseType="lpstr">
      <vt:lpstr>等线</vt:lpstr>
      <vt:lpstr>等线 Light</vt:lpstr>
      <vt:lpstr>Microsoft YaHei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广熠 魏</dc:creator>
  <cp:lastModifiedBy>广熠 魏</cp:lastModifiedBy>
  <cp:revision>1</cp:revision>
  <dcterms:created xsi:type="dcterms:W3CDTF">2026-06-23T05:59:36Z</dcterms:created>
  <dcterms:modified xsi:type="dcterms:W3CDTF">2026-06-23T05:59:36Z</dcterms:modified>
</cp:coreProperties>
</file>